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65" r:id="rId5"/>
    <p:sldId id="272" r:id="rId6"/>
    <p:sldId id="273" r:id="rId7"/>
    <p:sldId id="274" r:id="rId8"/>
    <p:sldId id="275" r:id="rId9"/>
    <p:sldId id="271" r:id="rId10"/>
    <p:sldId id="276" r:id="rId11"/>
    <p:sldId id="263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91" r:id="rId22"/>
    <p:sldId id="286" r:id="rId23"/>
    <p:sldId id="287" r:id="rId24"/>
    <p:sldId id="288" r:id="rId25"/>
    <p:sldId id="290" r:id="rId26"/>
    <p:sldId id="289" r:id="rId27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42B41-7D95-4464-B0A0-64E4B19F266F}" v="202" dt="2026-01-19T10:24:20.654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450" autoAdjust="0"/>
    <p:restoredTop sz="94621" autoAdjust="0"/>
  </p:normalViewPr>
  <p:slideViewPr>
    <p:cSldViewPr snapToGrid="0">
      <p:cViewPr varScale="1">
        <p:scale>
          <a:sx n="39" d="100"/>
          <a:sy n="39" d="100"/>
        </p:scale>
        <p:origin x="82" y="821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ana Elena Ilies" userId="137a9872-5d17-4daa-aadd-9b5156320875" providerId="ADAL" clId="{63B53853-8EC4-4ECB-B50D-18EDD17CE227}"/>
    <pc:docChg chg="undo custSel addSld delSld modSld sldOrd">
      <pc:chgData name="Oana Elena Ilies" userId="137a9872-5d17-4daa-aadd-9b5156320875" providerId="ADAL" clId="{63B53853-8EC4-4ECB-B50D-18EDD17CE227}" dt="2026-01-19T10:24:22.623" v="1588" actId="14100"/>
      <pc:docMkLst>
        <pc:docMk/>
      </pc:docMkLst>
      <pc:sldChg chg="addSp delSp modSp mod modClrScheme chgLayout">
        <pc:chgData name="Oana Elena Ilies" userId="137a9872-5d17-4daa-aadd-9b5156320875" providerId="ADAL" clId="{63B53853-8EC4-4ECB-B50D-18EDD17CE227}" dt="2026-01-19T08:54:43.857" v="774" actId="20577"/>
        <pc:sldMkLst>
          <pc:docMk/>
          <pc:sldMk cId="2475092730" sldId="263"/>
        </pc:sldMkLst>
        <pc:spChg chg="mod">
          <ac:chgData name="Oana Elena Ilies" userId="137a9872-5d17-4daa-aadd-9b5156320875" providerId="ADAL" clId="{63B53853-8EC4-4ECB-B50D-18EDD17CE227}" dt="2026-01-19T08:54:43.857" v="774" actId="20577"/>
          <ac:spMkLst>
            <pc:docMk/>
            <pc:sldMk cId="2475092730" sldId="263"/>
            <ac:spMk id="2" creationId="{00000000-0000-0000-0000-000000000000}"/>
          </ac:spMkLst>
        </pc:spChg>
        <pc:spChg chg="del">
          <ac:chgData name="Oana Elena Ilies" userId="137a9872-5d17-4daa-aadd-9b5156320875" providerId="ADAL" clId="{63B53853-8EC4-4ECB-B50D-18EDD17CE227}" dt="2026-01-19T08:32:31.829" v="721" actId="478"/>
          <ac:spMkLst>
            <pc:docMk/>
            <pc:sldMk cId="2475092730" sldId="263"/>
            <ac:spMk id="3" creationId="{00000000-0000-0000-0000-000000000000}"/>
          </ac:spMkLst>
        </pc:spChg>
        <pc:spChg chg="add del mod">
          <ac:chgData name="Oana Elena Ilies" userId="137a9872-5d17-4daa-aadd-9b5156320875" providerId="ADAL" clId="{63B53853-8EC4-4ECB-B50D-18EDD17CE227}" dt="2026-01-19T08:32:40.109" v="728" actId="26606"/>
          <ac:spMkLst>
            <pc:docMk/>
            <pc:sldMk cId="2475092730" sldId="263"/>
            <ac:spMk id="6" creationId="{F3538F0D-E85F-0A1E-A187-407E520820A8}"/>
          </ac:spMkLst>
        </pc:spChg>
        <pc:spChg chg="add del mod">
          <ac:chgData name="Oana Elena Ilies" userId="137a9872-5d17-4daa-aadd-9b5156320875" providerId="ADAL" clId="{63B53853-8EC4-4ECB-B50D-18EDD17CE227}" dt="2026-01-19T08:32:40.109" v="728" actId="26606"/>
          <ac:spMkLst>
            <pc:docMk/>
            <pc:sldMk cId="2475092730" sldId="263"/>
            <ac:spMk id="8" creationId="{E9AA713D-255E-F17B-7695-76A99E8CCAB9}"/>
          </ac:spMkLst>
        </pc:spChg>
        <pc:graphicFrameChg chg="del modGraphic">
          <ac:chgData name="Oana Elena Ilies" userId="137a9872-5d17-4daa-aadd-9b5156320875" providerId="ADAL" clId="{63B53853-8EC4-4ECB-B50D-18EDD17CE227}" dt="2026-01-19T08:32:34.559" v="723" actId="478"/>
          <ac:graphicFrameMkLst>
            <pc:docMk/>
            <pc:sldMk cId="2475092730" sldId="263"/>
            <ac:graphicFrameMk id="5" creationId="{00000000-0000-0000-0000-000000000000}"/>
          </ac:graphicFrameMkLst>
        </pc:graphicFrameChg>
        <pc:picChg chg="add del mod">
          <ac:chgData name="Oana Elena Ilies" userId="137a9872-5d17-4daa-aadd-9b5156320875" providerId="ADAL" clId="{63B53853-8EC4-4ECB-B50D-18EDD17CE227}" dt="2026-01-19T08:32:49.846" v="729" actId="478"/>
          <ac:picMkLst>
            <pc:docMk/>
            <pc:sldMk cId="2475092730" sldId="263"/>
            <ac:picMk id="10" creationId="{21700272-2925-FBEB-08F7-6D10552B7A57}"/>
          </ac:picMkLst>
        </pc:picChg>
        <pc:picChg chg="add del mod">
          <ac:chgData name="Oana Elena Ilies" userId="137a9872-5d17-4daa-aadd-9b5156320875" providerId="ADAL" clId="{63B53853-8EC4-4ECB-B50D-18EDD17CE227}" dt="2026-01-19T08:32:52.139" v="733" actId="478"/>
          <ac:picMkLst>
            <pc:docMk/>
            <pc:sldMk cId="2475092730" sldId="263"/>
            <ac:picMk id="12" creationId="{21CA330E-6F50-6E8F-5DE0-1D0A814572D6}"/>
          </ac:picMkLst>
        </pc:picChg>
        <pc:picChg chg="add mod">
          <ac:chgData name="Oana Elena Ilies" userId="137a9872-5d17-4daa-aadd-9b5156320875" providerId="ADAL" clId="{63B53853-8EC4-4ECB-B50D-18EDD17CE227}" dt="2026-01-19T08:34:09.169" v="742" actId="1076"/>
          <ac:picMkLst>
            <pc:docMk/>
            <pc:sldMk cId="2475092730" sldId="263"/>
            <ac:picMk id="14" creationId="{E563E429-3DE7-D262-7207-99D0BDCA55A3}"/>
          </ac:picMkLst>
        </pc:picChg>
      </pc:sldChg>
      <pc:sldChg chg="del">
        <pc:chgData name="Oana Elena Ilies" userId="137a9872-5d17-4daa-aadd-9b5156320875" providerId="ADAL" clId="{63B53853-8EC4-4ECB-B50D-18EDD17CE227}" dt="2026-01-19T08:34:13.497" v="743" actId="2696"/>
        <pc:sldMkLst>
          <pc:docMk/>
          <pc:sldMk cId="2761515851" sldId="264"/>
        </pc:sldMkLst>
      </pc:sldChg>
      <pc:sldChg chg="addSp modSp mod chgLayout">
        <pc:chgData name="Oana Elena Ilies" userId="137a9872-5d17-4daa-aadd-9b5156320875" providerId="ADAL" clId="{63B53853-8EC4-4ECB-B50D-18EDD17CE227}" dt="2026-01-16T07:57:26.733" v="70" actId="700"/>
        <pc:sldMkLst>
          <pc:docMk/>
          <pc:sldMk cId="2362296366" sldId="265"/>
        </pc:sldMkLst>
        <pc:spChg chg="mod ord">
          <ac:chgData name="Oana Elena Ilies" userId="137a9872-5d17-4daa-aadd-9b5156320875" providerId="ADAL" clId="{63B53853-8EC4-4ECB-B50D-18EDD17CE227}" dt="2026-01-16T07:57:26.733" v="70" actId="700"/>
          <ac:spMkLst>
            <pc:docMk/>
            <pc:sldMk cId="2362296366" sldId="265"/>
            <ac:spMk id="2" creationId="{00000000-0000-0000-0000-000000000000}"/>
          </ac:spMkLst>
        </pc:spChg>
        <pc:spChg chg="mod ord">
          <ac:chgData name="Oana Elena Ilies" userId="137a9872-5d17-4daa-aadd-9b5156320875" providerId="ADAL" clId="{63B53853-8EC4-4ECB-B50D-18EDD17CE227}" dt="2026-01-16T07:57:26.733" v="70" actId="700"/>
          <ac:spMkLst>
            <pc:docMk/>
            <pc:sldMk cId="2362296366" sldId="265"/>
            <ac:spMk id="3" creationId="{00000000-0000-0000-0000-000000000000}"/>
          </ac:spMkLst>
        </pc:spChg>
        <pc:spChg chg="add mod">
          <ac:chgData name="Oana Elena Ilies" userId="137a9872-5d17-4daa-aadd-9b5156320875" providerId="ADAL" clId="{63B53853-8EC4-4ECB-B50D-18EDD17CE227}" dt="2026-01-16T07:51:16.754" v="67" actId="27636"/>
          <ac:spMkLst>
            <pc:docMk/>
            <pc:sldMk cId="2362296366" sldId="265"/>
            <ac:spMk id="4" creationId="{F8AF1EF1-7E83-AAEC-64BA-51653D3FCFBC}"/>
          </ac:spMkLst>
        </pc:spChg>
      </pc:sldChg>
      <pc:sldChg chg="del">
        <pc:chgData name="Oana Elena Ilies" userId="137a9872-5d17-4daa-aadd-9b5156320875" providerId="ADAL" clId="{63B53853-8EC4-4ECB-B50D-18EDD17CE227}" dt="2026-01-19T08:34:16.131" v="744" actId="2696"/>
        <pc:sldMkLst>
          <pc:docMk/>
          <pc:sldMk cId="3229171051" sldId="266"/>
        </pc:sldMkLst>
      </pc:sldChg>
      <pc:sldChg chg="del">
        <pc:chgData name="Oana Elena Ilies" userId="137a9872-5d17-4daa-aadd-9b5156320875" providerId="ADAL" clId="{63B53853-8EC4-4ECB-B50D-18EDD17CE227}" dt="2026-01-19T08:34:19.515" v="745" actId="2696"/>
        <pc:sldMkLst>
          <pc:docMk/>
          <pc:sldMk cId="452733939" sldId="267"/>
        </pc:sldMkLst>
      </pc:sldChg>
      <pc:sldChg chg="del">
        <pc:chgData name="Oana Elena Ilies" userId="137a9872-5d17-4daa-aadd-9b5156320875" providerId="ADAL" clId="{63B53853-8EC4-4ECB-B50D-18EDD17CE227}" dt="2026-01-19T08:34:23.266" v="746" actId="2696"/>
        <pc:sldMkLst>
          <pc:docMk/>
          <pc:sldMk cId="1544302913" sldId="268"/>
        </pc:sldMkLst>
      </pc:sldChg>
      <pc:sldChg chg="del">
        <pc:chgData name="Oana Elena Ilies" userId="137a9872-5d17-4daa-aadd-9b5156320875" providerId="ADAL" clId="{63B53853-8EC4-4ECB-B50D-18EDD17CE227}" dt="2026-01-19T09:30:05.840" v="1005" actId="2696"/>
        <pc:sldMkLst>
          <pc:docMk/>
          <pc:sldMk cId="4101607575" sldId="269"/>
        </pc:sldMkLst>
      </pc:sldChg>
      <pc:sldChg chg="del">
        <pc:chgData name="Oana Elena Ilies" userId="137a9872-5d17-4daa-aadd-9b5156320875" providerId="ADAL" clId="{63B53853-8EC4-4ECB-B50D-18EDD17CE227}" dt="2026-01-19T09:30:08.580" v="1006" actId="2696"/>
        <pc:sldMkLst>
          <pc:docMk/>
          <pc:sldMk cId="2794409471" sldId="270"/>
        </pc:sldMkLst>
      </pc:sldChg>
      <pc:sldChg chg="addSp delSp modSp mod modClrScheme chgLayout">
        <pc:chgData name="Oana Elena Ilies" userId="137a9872-5d17-4daa-aadd-9b5156320875" providerId="ADAL" clId="{63B53853-8EC4-4ECB-B50D-18EDD17CE227}" dt="2026-01-19T08:25:28.173" v="619" actId="20577"/>
        <pc:sldMkLst>
          <pc:docMk/>
          <pc:sldMk cId="1284377686" sldId="271"/>
        </pc:sldMkLst>
        <pc:spChg chg="mod">
          <ac:chgData name="Oana Elena Ilies" userId="137a9872-5d17-4daa-aadd-9b5156320875" providerId="ADAL" clId="{63B53853-8EC4-4ECB-B50D-18EDD17CE227}" dt="2026-01-19T08:25:28.173" v="619" actId="20577"/>
          <ac:spMkLst>
            <pc:docMk/>
            <pc:sldMk cId="1284377686" sldId="271"/>
            <ac:spMk id="2" creationId="{68D867C7-042A-7CCA-7449-0647256D32D8}"/>
          </ac:spMkLst>
        </pc:spChg>
        <pc:spChg chg="add mod">
          <ac:chgData name="Oana Elena Ilies" userId="137a9872-5d17-4daa-aadd-9b5156320875" providerId="ADAL" clId="{63B53853-8EC4-4ECB-B50D-18EDD17CE227}" dt="2026-01-19T08:25:17.006" v="615" actId="1076"/>
          <ac:spMkLst>
            <pc:docMk/>
            <pc:sldMk cId="1284377686" sldId="271"/>
            <ac:spMk id="4" creationId="{65DAF2BC-AB95-7884-942E-71F6BE4D4E75}"/>
          </ac:spMkLst>
        </pc:spChg>
        <pc:spChg chg="add">
          <ac:chgData name="Oana Elena Ilies" userId="137a9872-5d17-4daa-aadd-9b5156320875" providerId="ADAL" clId="{63B53853-8EC4-4ECB-B50D-18EDD17CE227}" dt="2026-01-19T08:24:27.483" v="574"/>
          <ac:spMkLst>
            <pc:docMk/>
            <pc:sldMk cId="1284377686" sldId="271"/>
            <ac:spMk id="7" creationId="{4C3F8377-FDFE-E334-D948-5F0BE78DB2BA}"/>
          </ac:spMkLst>
        </pc:spChg>
        <pc:spChg chg="add">
          <ac:chgData name="Oana Elena Ilies" userId="137a9872-5d17-4daa-aadd-9b5156320875" providerId="ADAL" clId="{63B53853-8EC4-4ECB-B50D-18EDD17CE227}" dt="2026-01-19T08:24:35.446" v="577"/>
          <ac:spMkLst>
            <pc:docMk/>
            <pc:sldMk cId="1284377686" sldId="271"/>
            <ac:spMk id="8" creationId="{E7CB00B5-C849-32F8-6241-02D43EA86907}"/>
          </ac:spMkLst>
        </pc:spChg>
        <pc:spChg chg="add">
          <ac:chgData name="Oana Elena Ilies" userId="137a9872-5d17-4daa-aadd-9b5156320875" providerId="ADAL" clId="{63B53853-8EC4-4ECB-B50D-18EDD17CE227}" dt="2026-01-19T08:24:42.023" v="586"/>
          <ac:spMkLst>
            <pc:docMk/>
            <pc:sldMk cId="1284377686" sldId="271"/>
            <ac:spMk id="10" creationId="{A0E9448A-E3B2-619E-69AF-F450A8DA335C}"/>
          </ac:spMkLst>
        </pc:spChg>
        <pc:picChg chg="add mod">
          <ac:chgData name="Oana Elena Ilies" userId="137a9872-5d17-4daa-aadd-9b5156320875" providerId="ADAL" clId="{63B53853-8EC4-4ECB-B50D-18EDD17CE227}" dt="2026-01-19T08:24:31.601" v="575" actId="14100"/>
          <ac:picMkLst>
            <pc:docMk/>
            <pc:sldMk cId="1284377686" sldId="271"/>
            <ac:picMk id="6" creationId="{53A4FFC1-17F4-A00A-D0C1-8D13D3F5FE7E}"/>
          </ac:picMkLst>
        </pc:picChg>
        <pc:picChg chg="del">
          <ac:chgData name="Oana Elena Ilies" userId="137a9872-5d17-4daa-aadd-9b5156320875" providerId="ADAL" clId="{63B53853-8EC4-4ECB-B50D-18EDD17CE227}" dt="2026-01-19T08:16:45.150" v="533" actId="478"/>
          <ac:picMkLst>
            <pc:docMk/>
            <pc:sldMk cId="1284377686" sldId="271"/>
            <ac:picMk id="9" creationId="{CB1C810D-8C2B-152D-9FBF-EBB17062218B}"/>
          </ac:picMkLst>
        </pc:picChg>
      </pc:sldChg>
      <pc:sldChg chg="addSp delSp modSp add mod ord">
        <pc:chgData name="Oana Elena Ilies" userId="137a9872-5d17-4daa-aadd-9b5156320875" providerId="ADAL" clId="{63B53853-8EC4-4ECB-B50D-18EDD17CE227}" dt="2026-01-19T09:49:04.472" v="1090" actId="255"/>
        <pc:sldMkLst>
          <pc:docMk/>
          <pc:sldMk cId="3158132684" sldId="272"/>
        </pc:sldMkLst>
        <pc:spChg chg="mod">
          <ac:chgData name="Oana Elena Ilies" userId="137a9872-5d17-4daa-aadd-9b5156320875" providerId="ADAL" clId="{63B53853-8EC4-4ECB-B50D-18EDD17CE227}" dt="2026-01-16T07:57:50.370" v="76"/>
          <ac:spMkLst>
            <pc:docMk/>
            <pc:sldMk cId="3158132684" sldId="272"/>
            <ac:spMk id="2" creationId="{17D06082-1DB2-53ED-BADA-ECC774AD6A30}"/>
          </ac:spMkLst>
        </pc:spChg>
        <pc:spChg chg="add mod">
          <ac:chgData name="Oana Elena Ilies" userId="137a9872-5d17-4daa-aadd-9b5156320875" providerId="ADAL" clId="{63B53853-8EC4-4ECB-B50D-18EDD17CE227}" dt="2026-01-19T09:49:04.472" v="1090" actId="255"/>
          <ac:spMkLst>
            <pc:docMk/>
            <pc:sldMk cId="3158132684" sldId="272"/>
            <ac:spMk id="4" creationId="{B8705725-E335-F3F3-2119-F308552F43BB}"/>
          </ac:spMkLst>
        </pc:spChg>
      </pc:sldChg>
      <pc:sldChg chg="addSp modSp add mod">
        <pc:chgData name="Oana Elena Ilies" userId="137a9872-5d17-4daa-aadd-9b5156320875" providerId="ADAL" clId="{63B53853-8EC4-4ECB-B50D-18EDD17CE227}" dt="2026-01-19T08:03:31.948" v="422" actId="20577"/>
        <pc:sldMkLst>
          <pc:docMk/>
          <pc:sldMk cId="2078723980" sldId="273"/>
        </pc:sldMkLst>
        <pc:spChg chg="mod">
          <ac:chgData name="Oana Elena Ilies" userId="137a9872-5d17-4daa-aadd-9b5156320875" providerId="ADAL" clId="{63B53853-8EC4-4ECB-B50D-18EDD17CE227}" dt="2026-01-16T08:05:10.396" v="166" actId="20577"/>
          <ac:spMkLst>
            <pc:docMk/>
            <pc:sldMk cId="2078723980" sldId="273"/>
            <ac:spMk id="2" creationId="{25DCB470-7DD4-A3E2-D5BF-F007EC8DBB97}"/>
          </ac:spMkLst>
        </pc:spChg>
        <pc:spChg chg="mod">
          <ac:chgData name="Oana Elena Ilies" userId="137a9872-5d17-4daa-aadd-9b5156320875" providerId="ADAL" clId="{63B53853-8EC4-4ECB-B50D-18EDD17CE227}" dt="2026-01-19T08:03:31.948" v="422" actId="20577"/>
          <ac:spMkLst>
            <pc:docMk/>
            <pc:sldMk cId="2078723980" sldId="273"/>
            <ac:spMk id="4" creationId="{F2AF9CB0-5E4D-50B0-0F54-866F8A48AE7E}"/>
          </ac:spMkLst>
        </pc:spChg>
      </pc:sldChg>
      <pc:sldChg chg="addSp modSp add mod">
        <pc:chgData name="Oana Elena Ilies" userId="137a9872-5d17-4daa-aadd-9b5156320875" providerId="ADAL" clId="{63B53853-8EC4-4ECB-B50D-18EDD17CE227}" dt="2026-01-19T08:05:20.257" v="433" actId="20577"/>
        <pc:sldMkLst>
          <pc:docMk/>
          <pc:sldMk cId="4018525744" sldId="274"/>
        </pc:sldMkLst>
        <pc:spChg chg="mod">
          <ac:chgData name="Oana Elena Ilies" userId="137a9872-5d17-4daa-aadd-9b5156320875" providerId="ADAL" clId="{63B53853-8EC4-4ECB-B50D-18EDD17CE227}" dt="2026-01-16T08:07:55.499" v="274" actId="20577"/>
          <ac:spMkLst>
            <pc:docMk/>
            <pc:sldMk cId="4018525744" sldId="274"/>
            <ac:spMk id="2" creationId="{45259847-989C-841B-2B2F-128A16B410C6}"/>
          </ac:spMkLst>
        </pc:spChg>
        <pc:spChg chg="mod">
          <ac:chgData name="Oana Elena Ilies" userId="137a9872-5d17-4daa-aadd-9b5156320875" providerId="ADAL" clId="{63B53853-8EC4-4ECB-B50D-18EDD17CE227}" dt="2026-01-19T08:05:20.257" v="433" actId="20577"/>
          <ac:spMkLst>
            <pc:docMk/>
            <pc:sldMk cId="4018525744" sldId="274"/>
            <ac:spMk id="4" creationId="{ADB4455C-20EB-E397-995F-E315CAF84339}"/>
          </ac:spMkLst>
        </pc:spChg>
      </pc:sldChg>
      <pc:sldChg chg="addSp delSp modSp add mod">
        <pc:chgData name="Oana Elena Ilies" userId="137a9872-5d17-4daa-aadd-9b5156320875" providerId="ADAL" clId="{63B53853-8EC4-4ECB-B50D-18EDD17CE227}" dt="2026-01-19T08:15:11.365" v="527" actId="1076"/>
        <pc:sldMkLst>
          <pc:docMk/>
          <pc:sldMk cId="3615981207" sldId="275"/>
        </pc:sldMkLst>
        <pc:spChg chg="mod">
          <ac:chgData name="Oana Elena Ilies" userId="137a9872-5d17-4daa-aadd-9b5156320875" providerId="ADAL" clId="{63B53853-8EC4-4ECB-B50D-18EDD17CE227}" dt="2026-01-19T08:10:55.990" v="485" actId="14100"/>
          <ac:spMkLst>
            <pc:docMk/>
            <pc:sldMk cId="3615981207" sldId="275"/>
            <ac:spMk id="2" creationId="{63639F17-A121-E6CE-6FDC-F243A8D959DD}"/>
          </ac:spMkLst>
        </pc:spChg>
        <pc:spChg chg="mod">
          <ac:chgData name="Oana Elena Ilies" userId="137a9872-5d17-4daa-aadd-9b5156320875" providerId="ADAL" clId="{63B53853-8EC4-4ECB-B50D-18EDD17CE227}" dt="2026-01-19T08:13:16.635" v="518" actId="1076"/>
          <ac:spMkLst>
            <pc:docMk/>
            <pc:sldMk cId="3615981207" sldId="275"/>
            <ac:spMk id="4" creationId="{EACBD675-1A68-C66E-6316-05BD6664F054}"/>
          </ac:spMkLst>
        </pc:spChg>
        <pc:spChg chg="add mod">
          <ac:chgData name="Oana Elena Ilies" userId="137a9872-5d17-4daa-aadd-9b5156320875" providerId="ADAL" clId="{63B53853-8EC4-4ECB-B50D-18EDD17CE227}" dt="2026-01-19T08:13:19.889" v="519" actId="1076"/>
          <ac:spMkLst>
            <pc:docMk/>
            <pc:sldMk cId="3615981207" sldId="275"/>
            <ac:spMk id="6" creationId="{96FE34D5-D956-35AD-4B25-2DAAFE2D8677}"/>
          </ac:spMkLst>
        </pc:spChg>
        <pc:spChg chg="add">
          <ac:chgData name="Oana Elena Ilies" userId="137a9872-5d17-4daa-aadd-9b5156320875" providerId="ADAL" clId="{63B53853-8EC4-4ECB-B50D-18EDD17CE227}" dt="2026-01-19T08:12:47.578" v="511"/>
          <ac:spMkLst>
            <pc:docMk/>
            <pc:sldMk cId="3615981207" sldId="275"/>
            <ac:spMk id="7" creationId="{5F443A37-D13D-CE0F-8D51-A12D67785B74}"/>
          </ac:spMkLst>
        </pc:spChg>
        <pc:picChg chg="add del mod">
          <ac:chgData name="Oana Elena Ilies" userId="137a9872-5d17-4daa-aadd-9b5156320875" providerId="ADAL" clId="{63B53853-8EC4-4ECB-B50D-18EDD17CE227}" dt="2026-01-19T08:11:03.102" v="489" actId="478"/>
          <ac:picMkLst>
            <pc:docMk/>
            <pc:sldMk cId="3615981207" sldId="275"/>
            <ac:picMk id="5" creationId="{C7A1C095-80D5-DE0F-43B3-54423D57EF6F}"/>
          </ac:picMkLst>
        </pc:picChg>
        <pc:picChg chg="add del mod">
          <ac:chgData name="Oana Elena Ilies" userId="137a9872-5d17-4daa-aadd-9b5156320875" providerId="ADAL" clId="{63B53853-8EC4-4ECB-B50D-18EDD17CE227}" dt="2026-01-19T08:14:48.865" v="523" actId="478"/>
          <ac:picMkLst>
            <pc:docMk/>
            <pc:sldMk cId="3615981207" sldId="275"/>
            <ac:picMk id="9" creationId="{1DA2C861-1449-B70F-4A3D-9A9C2B7A5D89}"/>
          </ac:picMkLst>
        </pc:picChg>
        <pc:picChg chg="add mod">
          <ac:chgData name="Oana Elena Ilies" userId="137a9872-5d17-4daa-aadd-9b5156320875" providerId="ADAL" clId="{63B53853-8EC4-4ECB-B50D-18EDD17CE227}" dt="2026-01-19T08:15:11.365" v="527" actId="1076"/>
          <ac:picMkLst>
            <pc:docMk/>
            <pc:sldMk cId="3615981207" sldId="275"/>
            <ac:picMk id="11" creationId="{961C206C-7373-A6AC-5189-0B0C923A5ACB}"/>
          </ac:picMkLst>
        </pc:picChg>
      </pc:sldChg>
      <pc:sldChg chg="addSp delSp modSp add mod">
        <pc:chgData name="Oana Elena Ilies" userId="137a9872-5d17-4daa-aadd-9b5156320875" providerId="ADAL" clId="{63B53853-8EC4-4ECB-B50D-18EDD17CE227}" dt="2026-01-19T08:31:28.356" v="679" actId="14100"/>
        <pc:sldMkLst>
          <pc:docMk/>
          <pc:sldMk cId="2287086087" sldId="276"/>
        </pc:sldMkLst>
        <pc:spChg chg="mod">
          <ac:chgData name="Oana Elena Ilies" userId="137a9872-5d17-4daa-aadd-9b5156320875" providerId="ADAL" clId="{63B53853-8EC4-4ECB-B50D-18EDD17CE227}" dt="2026-01-19T08:31:19.772" v="675" actId="1076"/>
          <ac:spMkLst>
            <pc:docMk/>
            <pc:sldMk cId="2287086087" sldId="276"/>
            <ac:spMk id="2" creationId="{27A382E6-CDBD-AA7F-6324-6CA460D193C9}"/>
          </ac:spMkLst>
        </pc:spChg>
        <pc:spChg chg="mod">
          <ac:chgData name="Oana Elena Ilies" userId="137a9872-5d17-4daa-aadd-9b5156320875" providerId="ADAL" clId="{63B53853-8EC4-4ECB-B50D-18EDD17CE227}" dt="2026-01-19T08:31:22.002" v="676" actId="14100"/>
          <ac:spMkLst>
            <pc:docMk/>
            <pc:sldMk cId="2287086087" sldId="276"/>
            <ac:spMk id="4" creationId="{DF018FCA-DB6A-8621-146C-CE55B995713A}"/>
          </ac:spMkLst>
        </pc:spChg>
        <pc:picChg chg="add mod">
          <ac:chgData name="Oana Elena Ilies" userId="137a9872-5d17-4daa-aadd-9b5156320875" providerId="ADAL" clId="{63B53853-8EC4-4ECB-B50D-18EDD17CE227}" dt="2026-01-19T08:31:28.356" v="679" actId="14100"/>
          <ac:picMkLst>
            <pc:docMk/>
            <pc:sldMk cId="2287086087" sldId="276"/>
            <ac:picMk id="5" creationId="{8D4C653C-D866-9B99-D791-FB67E059F1A4}"/>
          </ac:picMkLst>
        </pc:picChg>
        <pc:picChg chg="del">
          <ac:chgData name="Oana Elena Ilies" userId="137a9872-5d17-4daa-aadd-9b5156320875" providerId="ADAL" clId="{63B53853-8EC4-4ECB-B50D-18EDD17CE227}" dt="2026-01-19T08:26:47.653" v="621" actId="478"/>
          <ac:picMkLst>
            <pc:docMk/>
            <pc:sldMk cId="2287086087" sldId="276"/>
            <ac:picMk id="6" creationId="{A9A4F26C-4CDC-DE70-7F4C-4DD42CFAE65F}"/>
          </ac:picMkLst>
        </pc:picChg>
      </pc:sldChg>
      <pc:sldChg chg="addSp delSp modSp add mod ord">
        <pc:chgData name="Oana Elena Ilies" userId="137a9872-5d17-4daa-aadd-9b5156320875" providerId="ADAL" clId="{63B53853-8EC4-4ECB-B50D-18EDD17CE227}" dt="2026-01-19T09:07:20.474" v="854" actId="14100"/>
        <pc:sldMkLst>
          <pc:docMk/>
          <pc:sldMk cId="2569329842" sldId="277"/>
        </pc:sldMkLst>
        <pc:spChg chg="mod">
          <ac:chgData name="Oana Elena Ilies" userId="137a9872-5d17-4daa-aadd-9b5156320875" providerId="ADAL" clId="{63B53853-8EC4-4ECB-B50D-18EDD17CE227}" dt="2026-01-19T09:05:52.714" v="840" actId="20577"/>
          <ac:spMkLst>
            <pc:docMk/>
            <pc:sldMk cId="2569329842" sldId="277"/>
            <ac:spMk id="2" creationId="{6FF51735-521F-AD72-D789-5C8F51444B03}"/>
          </ac:spMkLst>
        </pc:spChg>
        <pc:spChg chg="mod">
          <ac:chgData name="Oana Elena Ilies" userId="137a9872-5d17-4daa-aadd-9b5156320875" providerId="ADAL" clId="{63B53853-8EC4-4ECB-B50D-18EDD17CE227}" dt="2026-01-19T09:05:56.270" v="841" actId="1076"/>
          <ac:spMkLst>
            <pc:docMk/>
            <pc:sldMk cId="2569329842" sldId="277"/>
            <ac:spMk id="4" creationId="{7C23292A-89C3-8F26-FF84-3515D875B1FF}"/>
          </ac:spMkLst>
        </pc:spChg>
        <pc:picChg chg="add del mod">
          <ac:chgData name="Oana Elena Ilies" userId="137a9872-5d17-4daa-aadd-9b5156320875" providerId="ADAL" clId="{63B53853-8EC4-4ECB-B50D-18EDD17CE227}" dt="2026-01-19T09:03:18.055" v="818" actId="478"/>
          <ac:picMkLst>
            <pc:docMk/>
            <pc:sldMk cId="2569329842" sldId="277"/>
            <ac:picMk id="5" creationId="{8FBD1E56-A516-B4CA-67BE-125D8957B81C}"/>
          </ac:picMkLst>
        </pc:picChg>
        <pc:picChg chg="add mod">
          <ac:chgData name="Oana Elena Ilies" userId="137a9872-5d17-4daa-aadd-9b5156320875" providerId="ADAL" clId="{63B53853-8EC4-4ECB-B50D-18EDD17CE227}" dt="2026-01-19T09:07:20.474" v="854" actId="14100"/>
          <ac:picMkLst>
            <pc:docMk/>
            <pc:sldMk cId="2569329842" sldId="277"/>
            <ac:picMk id="7" creationId="{AAF5217B-405E-1908-7C59-3A795F0EAE61}"/>
          </ac:picMkLst>
        </pc:picChg>
      </pc:sldChg>
      <pc:sldChg chg="addSp delSp modSp add mod">
        <pc:chgData name="Oana Elena Ilies" userId="137a9872-5d17-4daa-aadd-9b5156320875" providerId="ADAL" clId="{63B53853-8EC4-4ECB-B50D-18EDD17CE227}" dt="2026-01-19T09:27:31.381" v="979" actId="1076"/>
        <pc:sldMkLst>
          <pc:docMk/>
          <pc:sldMk cId="3022968950" sldId="278"/>
        </pc:sldMkLst>
        <pc:spChg chg="mod">
          <ac:chgData name="Oana Elena Ilies" userId="137a9872-5d17-4daa-aadd-9b5156320875" providerId="ADAL" clId="{63B53853-8EC4-4ECB-B50D-18EDD17CE227}" dt="2026-01-19T09:10:25.354" v="877" actId="27636"/>
          <ac:spMkLst>
            <pc:docMk/>
            <pc:sldMk cId="3022968950" sldId="278"/>
            <ac:spMk id="2" creationId="{5B5B7B59-D96C-2495-7AFE-E62EBAE1D12A}"/>
          </ac:spMkLst>
        </pc:spChg>
        <pc:spChg chg="mod">
          <ac:chgData name="Oana Elena Ilies" userId="137a9872-5d17-4daa-aadd-9b5156320875" providerId="ADAL" clId="{63B53853-8EC4-4ECB-B50D-18EDD17CE227}" dt="2026-01-19T09:13:44.873" v="951" actId="1076"/>
          <ac:spMkLst>
            <pc:docMk/>
            <pc:sldMk cId="3022968950" sldId="278"/>
            <ac:spMk id="4" creationId="{BD360F98-2F76-2F68-65E4-4103DDC3C5B0}"/>
          </ac:spMkLst>
        </pc:spChg>
        <pc:picChg chg="add del mod">
          <ac:chgData name="Oana Elena Ilies" userId="137a9872-5d17-4daa-aadd-9b5156320875" providerId="ADAL" clId="{63B53853-8EC4-4ECB-B50D-18EDD17CE227}" dt="2026-01-19T09:26:53.127" v="974" actId="478"/>
          <ac:picMkLst>
            <pc:docMk/>
            <pc:sldMk cId="3022968950" sldId="278"/>
            <ac:picMk id="5" creationId="{7C1D8DC4-5FED-3092-54A7-11224C6AEAFE}"/>
          </ac:picMkLst>
        </pc:picChg>
        <pc:picChg chg="del">
          <ac:chgData name="Oana Elena Ilies" userId="137a9872-5d17-4daa-aadd-9b5156320875" providerId="ADAL" clId="{63B53853-8EC4-4ECB-B50D-18EDD17CE227}" dt="2026-01-19T09:10:43.914" v="905" actId="478"/>
          <ac:picMkLst>
            <pc:docMk/>
            <pc:sldMk cId="3022968950" sldId="278"/>
            <ac:picMk id="7" creationId="{BD489440-4D70-05F9-AB20-87E6132F4393}"/>
          </ac:picMkLst>
        </pc:picChg>
        <pc:picChg chg="add del">
          <ac:chgData name="Oana Elena Ilies" userId="137a9872-5d17-4daa-aadd-9b5156320875" providerId="ADAL" clId="{63B53853-8EC4-4ECB-B50D-18EDD17CE227}" dt="2026-01-19T09:13:01.186" v="944" actId="22"/>
          <ac:picMkLst>
            <pc:docMk/>
            <pc:sldMk cId="3022968950" sldId="278"/>
            <ac:picMk id="8" creationId="{9E2B9894-9C3C-FCF0-DDF7-5E56C0556BDD}"/>
          </ac:picMkLst>
        </pc:picChg>
        <pc:picChg chg="add mod">
          <ac:chgData name="Oana Elena Ilies" userId="137a9872-5d17-4daa-aadd-9b5156320875" providerId="ADAL" clId="{63B53853-8EC4-4ECB-B50D-18EDD17CE227}" dt="2026-01-19T09:27:31.381" v="979" actId="1076"/>
          <ac:picMkLst>
            <pc:docMk/>
            <pc:sldMk cId="3022968950" sldId="278"/>
            <ac:picMk id="10" creationId="{8F71854D-A2BE-2DAE-D89A-609CE194AE3C}"/>
          </ac:picMkLst>
        </pc:picChg>
      </pc:sldChg>
      <pc:sldChg chg="addSp delSp modSp add mod modClrScheme chgLayout">
        <pc:chgData name="Oana Elena Ilies" userId="137a9872-5d17-4daa-aadd-9b5156320875" providerId="ADAL" clId="{63B53853-8EC4-4ECB-B50D-18EDD17CE227}" dt="2026-01-19T09:29:04.620" v="1002" actId="1076"/>
        <pc:sldMkLst>
          <pc:docMk/>
          <pc:sldMk cId="1144816774" sldId="279"/>
        </pc:sldMkLst>
        <pc:spChg chg="mod">
          <ac:chgData name="Oana Elena Ilies" userId="137a9872-5d17-4daa-aadd-9b5156320875" providerId="ADAL" clId="{63B53853-8EC4-4ECB-B50D-18EDD17CE227}" dt="2026-01-19T09:28:56.911" v="997" actId="1076"/>
          <ac:spMkLst>
            <pc:docMk/>
            <pc:sldMk cId="1144816774" sldId="279"/>
            <ac:spMk id="2" creationId="{61A89142-1323-66B0-DC1B-B811CBECE177}"/>
          </ac:spMkLst>
        </pc:spChg>
        <pc:spChg chg="mod">
          <ac:chgData name="Oana Elena Ilies" userId="137a9872-5d17-4daa-aadd-9b5156320875" providerId="ADAL" clId="{63B53853-8EC4-4ECB-B50D-18EDD17CE227}" dt="2026-01-19T09:29:00.540" v="999" actId="14100"/>
          <ac:spMkLst>
            <pc:docMk/>
            <pc:sldMk cId="1144816774" sldId="279"/>
            <ac:spMk id="4" creationId="{43D34C6E-691F-EBAB-9193-DEBE65D9A478}"/>
          </ac:spMkLst>
        </pc:spChg>
        <pc:picChg chg="del">
          <ac:chgData name="Oana Elena Ilies" userId="137a9872-5d17-4daa-aadd-9b5156320875" providerId="ADAL" clId="{63B53853-8EC4-4ECB-B50D-18EDD17CE227}" dt="2026-01-19T09:27:34.056" v="980" actId="478"/>
          <ac:picMkLst>
            <pc:docMk/>
            <pc:sldMk cId="1144816774" sldId="279"/>
            <ac:picMk id="5" creationId="{9AABC389-D416-2C87-FA19-972EB4131C64}"/>
          </ac:picMkLst>
        </pc:picChg>
        <pc:picChg chg="add del mod">
          <ac:chgData name="Oana Elena Ilies" userId="137a9872-5d17-4daa-aadd-9b5156320875" providerId="ADAL" clId="{63B53853-8EC4-4ECB-B50D-18EDD17CE227}" dt="2026-01-19T09:28:00.180" v="986" actId="478"/>
          <ac:picMkLst>
            <pc:docMk/>
            <pc:sldMk cId="1144816774" sldId="279"/>
            <ac:picMk id="6" creationId="{D58A819F-E0B8-6EBD-DF76-B4B6F6021916}"/>
          </ac:picMkLst>
        </pc:picChg>
        <pc:picChg chg="add mod">
          <ac:chgData name="Oana Elena Ilies" userId="137a9872-5d17-4daa-aadd-9b5156320875" providerId="ADAL" clId="{63B53853-8EC4-4ECB-B50D-18EDD17CE227}" dt="2026-01-19T09:29:04.620" v="1002" actId="1076"/>
          <ac:picMkLst>
            <pc:docMk/>
            <pc:sldMk cId="1144816774" sldId="279"/>
            <ac:picMk id="8" creationId="{FB2335F6-A954-16BA-DD93-66F9767AFB10}"/>
          </ac:picMkLst>
        </pc:picChg>
      </pc:sldChg>
      <pc:sldChg chg="addSp delSp modSp add mod">
        <pc:chgData name="Oana Elena Ilies" userId="137a9872-5d17-4daa-aadd-9b5156320875" providerId="ADAL" clId="{63B53853-8EC4-4ECB-B50D-18EDD17CE227}" dt="2026-01-19T09:44:11.894" v="1086" actId="1076"/>
        <pc:sldMkLst>
          <pc:docMk/>
          <pc:sldMk cId="2400983855" sldId="280"/>
        </pc:sldMkLst>
        <pc:spChg chg="mod">
          <ac:chgData name="Oana Elena Ilies" userId="137a9872-5d17-4daa-aadd-9b5156320875" providerId="ADAL" clId="{63B53853-8EC4-4ECB-B50D-18EDD17CE227}" dt="2026-01-19T09:30:43.329" v="1015"/>
          <ac:spMkLst>
            <pc:docMk/>
            <pc:sldMk cId="2400983855" sldId="280"/>
            <ac:spMk id="2" creationId="{2E534993-8BDC-BC79-E582-ABCF04C9F97F}"/>
          </ac:spMkLst>
        </pc:spChg>
        <pc:spChg chg="add mod">
          <ac:chgData name="Oana Elena Ilies" userId="137a9872-5d17-4daa-aadd-9b5156320875" providerId="ADAL" clId="{63B53853-8EC4-4ECB-B50D-18EDD17CE227}" dt="2026-01-19T09:43:28.660" v="1075"/>
          <ac:spMkLst>
            <pc:docMk/>
            <pc:sldMk cId="2400983855" sldId="280"/>
            <ac:spMk id="3" creationId="{35D9A461-CC73-8CC5-DBDB-913BFB78C585}"/>
          </ac:spMkLst>
        </pc:spChg>
        <pc:spChg chg="mod">
          <ac:chgData name="Oana Elena Ilies" userId="137a9872-5d17-4daa-aadd-9b5156320875" providerId="ADAL" clId="{63B53853-8EC4-4ECB-B50D-18EDD17CE227}" dt="2026-01-19T09:44:04.615" v="1082" actId="1076"/>
          <ac:spMkLst>
            <pc:docMk/>
            <pc:sldMk cId="2400983855" sldId="280"/>
            <ac:spMk id="4" creationId="{DAF304FD-90EA-12A0-3F9A-34ABA64C2BAB}"/>
          </ac:spMkLst>
        </pc:spChg>
        <pc:picChg chg="add mod">
          <ac:chgData name="Oana Elena Ilies" userId="137a9872-5d17-4daa-aadd-9b5156320875" providerId="ADAL" clId="{63B53853-8EC4-4ECB-B50D-18EDD17CE227}" dt="2026-01-19T09:44:11.894" v="1086" actId="1076"/>
          <ac:picMkLst>
            <pc:docMk/>
            <pc:sldMk cId="2400983855" sldId="280"/>
            <ac:picMk id="6" creationId="{5F81A95A-7210-7676-EB3F-6912F2383551}"/>
          </ac:picMkLst>
        </pc:picChg>
        <pc:picChg chg="del">
          <ac:chgData name="Oana Elena Ilies" userId="137a9872-5d17-4daa-aadd-9b5156320875" providerId="ADAL" clId="{63B53853-8EC4-4ECB-B50D-18EDD17CE227}" dt="2026-01-19T09:30:33.650" v="1010" actId="478"/>
          <ac:picMkLst>
            <pc:docMk/>
            <pc:sldMk cId="2400983855" sldId="280"/>
            <ac:picMk id="8" creationId="{27DBC3AC-C9D5-02F3-F5D9-97E636AAE82B}"/>
          </ac:picMkLst>
        </pc:picChg>
      </pc:sldChg>
      <pc:sldChg chg="new del">
        <pc:chgData name="Oana Elena Ilies" userId="137a9872-5d17-4daa-aadd-9b5156320875" providerId="ADAL" clId="{63B53853-8EC4-4ECB-B50D-18EDD17CE227}" dt="2026-01-19T09:30:02.933" v="1004" actId="2696"/>
        <pc:sldMkLst>
          <pc:docMk/>
          <pc:sldMk cId="4062542398" sldId="280"/>
        </pc:sldMkLst>
      </pc:sldChg>
      <pc:sldChg chg="delSp modSp add mod ord">
        <pc:chgData name="Oana Elena Ilies" userId="137a9872-5d17-4daa-aadd-9b5156320875" providerId="ADAL" clId="{63B53853-8EC4-4ECB-B50D-18EDD17CE227}" dt="2026-01-19T09:55:25.295" v="1285" actId="20577"/>
        <pc:sldMkLst>
          <pc:docMk/>
          <pc:sldMk cId="488584948" sldId="281"/>
        </pc:sldMkLst>
        <pc:spChg chg="mod">
          <ac:chgData name="Oana Elena Ilies" userId="137a9872-5d17-4daa-aadd-9b5156320875" providerId="ADAL" clId="{63B53853-8EC4-4ECB-B50D-18EDD17CE227}" dt="2026-01-19T09:50:34.380" v="1121" actId="255"/>
          <ac:spMkLst>
            <pc:docMk/>
            <pc:sldMk cId="488584948" sldId="281"/>
            <ac:spMk id="2" creationId="{30271296-81AF-0C14-F011-8C66D2C2A48C}"/>
          </ac:spMkLst>
        </pc:spChg>
        <pc:spChg chg="mod">
          <ac:chgData name="Oana Elena Ilies" userId="137a9872-5d17-4daa-aadd-9b5156320875" providerId="ADAL" clId="{63B53853-8EC4-4ECB-B50D-18EDD17CE227}" dt="2026-01-19T09:55:25.295" v="1285" actId="20577"/>
          <ac:spMkLst>
            <pc:docMk/>
            <pc:sldMk cId="488584948" sldId="281"/>
            <ac:spMk id="4" creationId="{898950C0-52C9-0F33-6D79-8AE3B6A97778}"/>
          </ac:spMkLst>
        </pc:spChg>
        <pc:picChg chg="del mod">
          <ac:chgData name="Oana Elena Ilies" userId="137a9872-5d17-4daa-aadd-9b5156320875" providerId="ADAL" clId="{63B53853-8EC4-4ECB-B50D-18EDD17CE227}" dt="2026-01-19T09:50:21.116" v="1116" actId="478"/>
          <ac:picMkLst>
            <pc:docMk/>
            <pc:sldMk cId="488584948" sldId="281"/>
            <ac:picMk id="7" creationId="{A5C327F5-A2A8-503A-D421-D5253AFB6171}"/>
          </ac:picMkLst>
        </pc:picChg>
      </pc:sldChg>
      <pc:sldChg chg="new del ord">
        <pc:chgData name="Oana Elena Ilies" userId="137a9872-5d17-4daa-aadd-9b5156320875" providerId="ADAL" clId="{63B53853-8EC4-4ECB-B50D-18EDD17CE227}" dt="2026-01-19T09:49:49.453" v="1094" actId="2696"/>
        <pc:sldMkLst>
          <pc:docMk/>
          <pc:sldMk cId="493885890" sldId="281"/>
        </pc:sldMkLst>
      </pc:sldChg>
      <pc:sldChg chg="addSp delSp modSp add mod">
        <pc:chgData name="Oana Elena Ilies" userId="137a9872-5d17-4daa-aadd-9b5156320875" providerId="ADAL" clId="{63B53853-8EC4-4ECB-B50D-18EDD17CE227}" dt="2026-01-19T10:02:40.774" v="1410"/>
        <pc:sldMkLst>
          <pc:docMk/>
          <pc:sldMk cId="479656330" sldId="282"/>
        </pc:sldMkLst>
        <pc:spChg chg="mod">
          <ac:chgData name="Oana Elena Ilies" userId="137a9872-5d17-4daa-aadd-9b5156320875" providerId="ADAL" clId="{63B53853-8EC4-4ECB-B50D-18EDD17CE227}" dt="2026-01-19T10:02:31.524" v="1406" actId="1076"/>
          <ac:spMkLst>
            <pc:docMk/>
            <pc:sldMk cId="479656330" sldId="282"/>
            <ac:spMk id="2" creationId="{392E9FE8-D9C1-0B78-2C88-B2070C07B7C4}"/>
          </ac:spMkLst>
        </pc:spChg>
        <pc:spChg chg="del mod">
          <ac:chgData name="Oana Elena Ilies" userId="137a9872-5d17-4daa-aadd-9b5156320875" providerId="ADAL" clId="{63B53853-8EC4-4ECB-B50D-18EDD17CE227}" dt="2026-01-19T09:58:55.584" v="1315" actId="21"/>
          <ac:spMkLst>
            <pc:docMk/>
            <pc:sldMk cId="479656330" sldId="282"/>
            <ac:spMk id="4" creationId="{561011EB-5523-F82B-4238-59325C435E5A}"/>
          </ac:spMkLst>
        </pc:spChg>
        <pc:spChg chg="add mod">
          <ac:chgData name="Oana Elena Ilies" userId="137a9872-5d17-4daa-aadd-9b5156320875" providerId="ADAL" clId="{63B53853-8EC4-4ECB-B50D-18EDD17CE227}" dt="2026-01-19T10:02:40.774" v="1410"/>
          <ac:spMkLst>
            <pc:docMk/>
            <pc:sldMk cId="479656330" sldId="282"/>
            <ac:spMk id="6" creationId="{5510479D-3DAD-1C55-454C-2D20CF98A9AD}"/>
          </ac:spMkLst>
        </pc:spChg>
        <pc:picChg chg="add del mod">
          <ac:chgData name="Oana Elena Ilies" userId="137a9872-5d17-4daa-aadd-9b5156320875" providerId="ADAL" clId="{63B53853-8EC4-4ECB-B50D-18EDD17CE227}" dt="2026-01-19T09:56:36.889" v="1294" actId="478"/>
          <ac:picMkLst>
            <pc:docMk/>
            <pc:sldMk cId="479656330" sldId="282"/>
            <ac:picMk id="5" creationId="{49473267-62D0-0D34-7CAB-26E747EC9835}"/>
          </ac:picMkLst>
        </pc:picChg>
        <pc:picChg chg="add mod">
          <ac:chgData name="Oana Elena Ilies" userId="137a9872-5d17-4daa-aadd-9b5156320875" providerId="ADAL" clId="{63B53853-8EC4-4ECB-B50D-18EDD17CE227}" dt="2026-01-19T10:00:47.790" v="1342" actId="1076"/>
          <ac:picMkLst>
            <pc:docMk/>
            <pc:sldMk cId="479656330" sldId="282"/>
            <ac:picMk id="5" creationId="{ACEA7A85-9269-8BBC-A87C-396CE077F607}"/>
          </ac:picMkLst>
        </pc:picChg>
        <pc:picChg chg="add del mod">
          <ac:chgData name="Oana Elena Ilies" userId="137a9872-5d17-4daa-aadd-9b5156320875" providerId="ADAL" clId="{63B53853-8EC4-4ECB-B50D-18EDD17CE227}" dt="2026-01-19T09:59:25.207" v="1321" actId="478"/>
          <ac:picMkLst>
            <pc:docMk/>
            <pc:sldMk cId="479656330" sldId="282"/>
            <ac:picMk id="7" creationId="{19BFCE14-5210-3D14-970D-557E5DDBB112}"/>
          </ac:picMkLst>
        </pc:picChg>
        <pc:picChg chg="add del mod">
          <ac:chgData name="Oana Elena Ilies" userId="137a9872-5d17-4daa-aadd-9b5156320875" providerId="ADAL" clId="{63B53853-8EC4-4ECB-B50D-18EDD17CE227}" dt="2026-01-19T09:59:58.844" v="1331" actId="478"/>
          <ac:picMkLst>
            <pc:docMk/>
            <pc:sldMk cId="479656330" sldId="282"/>
            <ac:picMk id="9" creationId="{0A7297B8-3352-8260-C329-CFDED0BE85B1}"/>
          </ac:picMkLst>
        </pc:picChg>
      </pc:sldChg>
      <pc:sldChg chg="addSp delSp modSp new mod">
        <pc:chgData name="Oana Elena Ilies" userId="137a9872-5d17-4daa-aadd-9b5156320875" providerId="ADAL" clId="{63B53853-8EC4-4ECB-B50D-18EDD17CE227}" dt="2026-01-19T10:07:48.157" v="1433" actId="20577"/>
        <pc:sldMkLst>
          <pc:docMk/>
          <pc:sldMk cId="2766193704" sldId="283"/>
        </pc:sldMkLst>
        <pc:spChg chg="mod">
          <ac:chgData name="Oana Elena Ilies" userId="137a9872-5d17-4daa-aadd-9b5156320875" providerId="ADAL" clId="{63B53853-8EC4-4ECB-B50D-18EDD17CE227}" dt="2026-01-19T10:07:48.157" v="1433" actId="20577"/>
          <ac:spMkLst>
            <pc:docMk/>
            <pc:sldMk cId="2766193704" sldId="283"/>
            <ac:spMk id="2" creationId="{DF525973-3C3C-AFE9-79A2-4CED5597F6CC}"/>
          </ac:spMkLst>
        </pc:spChg>
        <pc:spChg chg="del">
          <ac:chgData name="Oana Elena Ilies" userId="137a9872-5d17-4daa-aadd-9b5156320875" providerId="ADAL" clId="{63B53853-8EC4-4ECB-B50D-18EDD17CE227}" dt="2026-01-19T10:07:20.708" v="1416" actId="22"/>
          <ac:spMkLst>
            <pc:docMk/>
            <pc:sldMk cId="2766193704" sldId="283"/>
            <ac:spMk id="3" creationId="{B7889E9F-D206-9E57-4FD5-CE2F76B554A6}"/>
          </ac:spMkLst>
        </pc:spChg>
        <pc:picChg chg="add mod ord">
          <ac:chgData name="Oana Elena Ilies" userId="137a9872-5d17-4daa-aadd-9b5156320875" providerId="ADAL" clId="{63B53853-8EC4-4ECB-B50D-18EDD17CE227}" dt="2026-01-19T10:07:41.212" v="1425" actId="1076"/>
          <ac:picMkLst>
            <pc:docMk/>
            <pc:sldMk cId="2766193704" sldId="283"/>
            <ac:picMk id="5" creationId="{F31117FA-4B70-AE0B-E71A-624EB95BF7EF}"/>
          </ac:picMkLst>
        </pc:picChg>
      </pc:sldChg>
      <pc:sldChg chg="addSp delSp modSp add mod">
        <pc:chgData name="Oana Elena Ilies" userId="137a9872-5d17-4daa-aadd-9b5156320875" providerId="ADAL" clId="{63B53853-8EC4-4ECB-B50D-18EDD17CE227}" dt="2026-01-19T10:11:31.032" v="1445" actId="1076"/>
        <pc:sldMkLst>
          <pc:docMk/>
          <pc:sldMk cId="1519893568" sldId="284"/>
        </pc:sldMkLst>
        <pc:spChg chg="mod">
          <ac:chgData name="Oana Elena Ilies" userId="137a9872-5d17-4daa-aadd-9b5156320875" providerId="ADAL" clId="{63B53853-8EC4-4ECB-B50D-18EDD17CE227}" dt="2026-01-19T10:10:44.574" v="1437"/>
          <ac:spMkLst>
            <pc:docMk/>
            <pc:sldMk cId="1519893568" sldId="284"/>
            <ac:spMk id="2" creationId="{4D51A97B-7540-E602-176C-32C002AABD43}"/>
          </ac:spMkLst>
        </pc:spChg>
        <pc:spChg chg="add del mod">
          <ac:chgData name="Oana Elena Ilies" userId="137a9872-5d17-4daa-aadd-9b5156320875" providerId="ADAL" clId="{63B53853-8EC4-4ECB-B50D-18EDD17CE227}" dt="2026-01-19T10:11:24.599" v="1440"/>
          <ac:spMkLst>
            <pc:docMk/>
            <pc:sldMk cId="1519893568" sldId="284"/>
            <ac:spMk id="4" creationId="{88ED5229-4EF6-FDA7-0603-96185E2D9302}"/>
          </ac:spMkLst>
        </pc:spChg>
        <pc:picChg chg="del mod">
          <ac:chgData name="Oana Elena Ilies" userId="137a9872-5d17-4daa-aadd-9b5156320875" providerId="ADAL" clId="{63B53853-8EC4-4ECB-B50D-18EDD17CE227}" dt="2026-01-19T10:11:24.332" v="1439" actId="478"/>
          <ac:picMkLst>
            <pc:docMk/>
            <pc:sldMk cId="1519893568" sldId="284"/>
            <ac:picMk id="5" creationId="{146203EB-4BB0-7F42-A9C1-EC5F7E85EF97}"/>
          </ac:picMkLst>
        </pc:picChg>
        <pc:picChg chg="add mod">
          <ac:chgData name="Oana Elena Ilies" userId="137a9872-5d17-4daa-aadd-9b5156320875" providerId="ADAL" clId="{63B53853-8EC4-4ECB-B50D-18EDD17CE227}" dt="2026-01-19T10:11:31.032" v="1445" actId="1076"/>
          <ac:picMkLst>
            <pc:docMk/>
            <pc:sldMk cId="1519893568" sldId="284"/>
            <ac:picMk id="7" creationId="{2D4DFD44-20D2-836D-80C3-32280D67CF10}"/>
          </ac:picMkLst>
        </pc:picChg>
      </pc:sldChg>
      <pc:sldChg chg="addSp delSp modSp add mod">
        <pc:chgData name="Oana Elena Ilies" userId="137a9872-5d17-4daa-aadd-9b5156320875" providerId="ADAL" clId="{63B53853-8EC4-4ECB-B50D-18EDD17CE227}" dt="2026-01-19T10:15:32.121" v="1465" actId="20577"/>
        <pc:sldMkLst>
          <pc:docMk/>
          <pc:sldMk cId="449451472" sldId="285"/>
        </pc:sldMkLst>
        <pc:spChg chg="mod">
          <ac:chgData name="Oana Elena Ilies" userId="137a9872-5d17-4daa-aadd-9b5156320875" providerId="ADAL" clId="{63B53853-8EC4-4ECB-B50D-18EDD17CE227}" dt="2026-01-19T10:15:32.121" v="1465" actId="20577"/>
          <ac:spMkLst>
            <pc:docMk/>
            <pc:sldMk cId="449451472" sldId="285"/>
            <ac:spMk id="2" creationId="{4F954311-75CC-AF09-D9FC-BF1BFDD99BA9}"/>
          </ac:spMkLst>
        </pc:spChg>
        <pc:spChg chg="add del mod">
          <ac:chgData name="Oana Elena Ilies" userId="137a9872-5d17-4daa-aadd-9b5156320875" providerId="ADAL" clId="{63B53853-8EC4-4ECB-B50D-18EDD17CE227}" dt="2026-01-19T10:13:00.486" v="1451" actId="26606"/>
          <ac:spMkLst>
            <pc:docMk/>
            <pc:sldMk cId="449451472" sldId="285"/>
            <ac:spMk id="4" creationId="{0658C1DE-0978-3CA8-3A5E-20092260BD7A}"/>
          </ac:spMkLst>
        </pc:spChg>
        <pc:picChg chg="add mod">
          <ac:chgData name="Oana Elena Ilies" userId="137a9872-5d17-4daa-aadd-9b5156320875" providerId="ADAL" clId="{63B53853-8EC4-4ECB-B50D-18EDD17CE227}" dt="2026-01-19T10:13:18.553" v="1456" actId="14100"/>
          <ac:picMkLst>
            <pc:docMk/>
            <pc:sldMk cId="449451472" sldId="285"/>
            <ac:picMk id="6" creationId="{921C66C6-90E9-E0CB-A023-724615042208}"/>
          </ac:picMkLst>
        </pc:picChg>
        <pc:picChg chg="del">
          <ac:chgData name="Oana Elena Ilies" userId="137a9872-5d17-4daa-aadd-9b5156320875" providerId="ADAL" clId="{63B53853-8EC4-4ECB-B50D-18EDD17CE227}" dt="2026-01-19T10:12:57.941" v="1447" actId="478"/>
          <ac:picMkLst>
            <pc:docMk/>
            <pc:sldMk cId="449451472" sldId="285"/>
            <ac:picMk id="7" creationId="{4A80188B-51A6-0847-724B-3B6543DC6AE8}"/>
          </ac:picMkLst>
        </pc:picChg>
      </pc:sldChg>
      <pc:sldChg chg="addSp delSp modSp add mod">
        <pc:chgData name="Oana Elena Ilies" userId="137a9872-5d17-4daa-aadd-9b5156320875" providerId="ADAL" clId="{63B53853-8EC4-4ECB-B50D-18EDD17CE227}" dt="2026-01-19T10:18:49.107" v="1501" actId="1076"/>
        <pc:sldMkLst>
          <pc:docMk/>
          <pc:sldMk cId="2386347006" sldId="286"/>
        </pc:sldMkLst>
        <pc:spChg chg="mod">
          <ac:chgData name="Oana Elena Ilies" userId="137a9872-5d17-4daa-aadd-9b5156320875" providerId="ADAL" clId="{63B53853-8EC4-4ECB-B50D-18EDD17CE227}" dt="2026-01-19T10:17:17.238" v="1482"/>
          <ac:spMkLst>
            <pc:docMk/>
            <pc:sldMk cId="2386347006" sldId="286"/>
            <ac:spMk id="2" creationId="{E290EBD6-5334-18B1-A63E-1D8AEFCE9011}"/>
          </ac:spMkLst>
        </pc:spChg>
        <pc:picChg chg="add mod">
          <ac:chgData name="Oana Elena Ilies" userId="137a9872-5d17-4daa-aadd-9b5156320875" providerId="ADAL" clId="{63B53853-8EC4-4ECB-B50D-18EDD17CE227}" dt="2026-01-19T10:18:49.107" v="1501" actId="1076"/>
          <ac:picMkLst>
            <pc:docMk/>
            <pc:sldMk cId="2386347006" sldId="286"/>
            <ac:picMk id="4" creationId="{1CCBAEB5-AAFB-7A5B-37D1-B3DD0DDA52E2}"/>
          </ac:picMkLst>
        </pc:picChg>
        <pc:picChg chg="del mod">
          <ac:chgData name="Oana Elena Ilies" userId="137a9872-5d17-4daa-aadd-9b5156320875" providerId="ADAL" clId="{63B53853-8EC4-4ECB-B50D-18EDD17CE227}" dt="2026-01-19T10:16:29.227" v="1472" actId="478"/>
          <ac:picMkLst>
            <pc:docMk/>
            <pc:sldMk cId="2386347006" sldId="286"/>
            <ac:picMk id="6" creationId="{A3C2FCE1-76B7-3EC2-8B78-74F24DC7E6C6}"/>
          </ac:picMkLst>
        </pc:picChg>
      </pc:sldChg>
      <pc:sldChg chg="addSp delSp modSp add mod">
        <pc:chgData name="Oana Elena Ilies" userId="137a9872-5d17-4daa-aadd-9b5156320875" providerId="ADAL" clId="{63B53853-8EC4-4ECB-B50D-18EDD17CE227}" dt="2026-01-19T10:18:51.944" v="1502" actId="1076"/>
        <pc:sldMkLst>
          <pc:docMk/>
          <pc:sldMk cId="2807662758" sldId="287"/>
        </pc:sldMkLst>
        <pc:spChg chg="mod">
          <ac:chgData name="Oana Elena Ilies" userId="137a9872-5d17-4daa-aadd-9b5156320875" providerId="ADAL" clId="{63B53853-8EC4-4ECB-B50D-18EDD17CE227}" dt="2026-01-19T10:17:28.150" v="1484"/>
          <ac:spMkLst>
            <pc:docMk/>
            <pc:sldMk cId="2807662758" sldId="287"/>
            <ac:spMk id="2" creationId="{5B999173-459A-D508-B477-92AA409DAE41}"/>
          </ac:spMkLst>
        </pc:spChg>
        <pc:picChg chg="del">
          <ac:chgData name="Oana Elena Ilies" userId="137a9872-5d17-4daa-aadd-9b5156320875" providerId="ADAL" clId="{63B53853-8EC4-4ECB-B50D-18EDD17CE227}" dt="2026-01-19T10:17:55.983" v="1485" actId="478"/>
          <ac:picMkLst>
            <pc:docMk/>
            <pc:sldMk cId="2807662758" sldId="287"/>
            <ac:picMk id="4" creationId="{F1844CE7-53FC-EA3F-3012-15884E3C42C7}"/>
          </ac:picMkLst>
        </pc:picChg>
        <pc:picChg chg="add mod">
          <ac:chgData name="Oana Elena Ilies" userId="137a9872-5d17-4daa-aadd-9b5156320875" providerId="ADAL" clId="{63B53853-8EC4-4ECB-B50D-18EDD17CE227}" dt="2026-01-19T10:18:51.944" v="1502" actId="1076"/>
          <ac:picMkLst>
            <pc:docMk/>
            <pc:sldMk cId="2807662758" sldId="287"/>
            <ac:picMk id="5" creationId="{00E642FD-7108-F245-631D-32011470C0FF}"/>
          </ac:picMkLst>
        </pc:picChg>
      </pc:sldChg>
      <pc:sldChg chg="delSp modSp add mod ord">
        <pc:chgData name="Oana Elena Ilies" userId="137a9872-5d17-4daa-aadd-9b5156320875" providerId="ADAL" clId="{63B53853-8EC4-4ECB-B50D-18EDD17CE227}" dt="2026-01-19T10:21:07.984" v="1537" actId="1076"/>
        <pc:sldMkLst>
          <pc:docMk/>
          <pc:sldMk cId="2217423022" sldId="288"/>
        </pc:sldMkLst>
        <pc:spChg chg="mod">
          <ac:chgData name="Oana Elena Ilies" userId="137a9872-5d17-4daa-aadd-9b5156320875" providerId="ADAL" clId="{63B53853-8EC4-4ECB-B50D-18EDD17CE227}" dt="2026-01-19T10:20:04.256" v="1511"/>
          <ac:spMkLst>
            <pc:docMk/>
            <pc:sldMk cId="2217423022" sldId="288"/>
            <ac:spMk id="2" creationId="{5D4B57D2-DF50-0BBC-2053-F5558A173041}"/>
          </ac:spMkLst>
        </pc:spChg>
        <pc:spChg chg="mod">
          <ac:chgData name="Oana Elena Ilies" userId="137a9872-5d17-4daa-aadd-9b5156320875" providerId="ADAL" clId="{63B53853-8EC4-4ECB-B50D-18EDD17CE227}" dt="2026-01-19T10:21:07.984" v="1537" actId="1076"/>
          <ac:spMkLst>
            <pc:docMk/>
            <pc:sldMk cId="2217423022" sldId="288"/>
            <ac:spMk id="6" creationId="{6B405D6C-BF66-A7B4-0F4F-821365663FE5}"/>
          </ac:spMkLst>
        </pc:spChg>
        <pc:picChg chg="del">
          <ac:chgData name="Oana Elena Ilies" userId="137a9872-5d17-4daa-aadd-9b5156320875" providerId="ADAL" clId="{63B53853-8EC4-4ECB-B50D-18EDD17CE227}" dt="2026-01-19T10:20:08.976" v="1513" actId="478"/>
          <ac:picMkLst>
            <pc:docMk/>
            <pc:sldMk cId="2217423022" sldId="288"/>
            <ac:picMk id="5" creationId="{2B70A318-ACDD-B8C3-B710-F96E10B94009}"/>
          </ac:picMkLst>
        </pc:picChg>
      </pc:sldChg>
      <pc:sldChg chg="delSp modSp add mod ord">
        <pc:chgData name="Oana Elena Ilies" userId="137a9872-5d17-4daa-aadd-9b5156320875" providerId="ADAL" clId="{63B53853-8EC4-4ECB-B50D-18EDD17CE227}" dt="2026-01-19T10:24:22.623" v="1588" actId="14100"/>
        <pc:sldMkLst>
          <pc:docMk/>
          <pc:sldMk cId="2856241824" sldId="289"/>
        </pc:sldMkLst>
        <pc:spChg chg="mod">
          <ac:chgData name="Oana Elena Ilies" userId="137a9872-5d17-4daa-aadd-9b5156320875" providerId="ADAL" clId="{63B53853-8EC4-4ECB-B50D-18EDD17CE227}" dt="2026-01-19T10:24:22.623" v="1588" actId="14100"/>
          <ac:spMkLst>
            <pc:docMk/>
            <pc:sldMk cId="2856241824" sldId="289"/>
            <ac:spMk id="2" creationId="{3C3B3FAD-5150-F1AB-57FE-6EB203045A9C}"/>
          </ac:spMkLst>
        </pc:spChg>
        <pc:spChg chg="del mod">
          <ac:chgData name="Oana Elena Ilies" userId="137a9872-5d17-4daa-aadd-9b5156320875" providerId="ADAL" clId="{63B53853-8EC4-4ECB-B50D-18EDD17CE227}" dt="2026-01-19T10:23:48.724" v="1584" actId="21"/>
          <ac:spMkLst>
            <pc:docMk/>
            <pc:sldMk cId="2856241824" sldId="289"/>
            <ac:spMk id="3" creationId="{9AA10AA6-152E-ADC6-F6E6-DAA965D6E2DF}"/>
          </ac:spMkLst>
        </pc:spChg>
        <pc:spChg chg="del">
          <ac:chgData name="Oana Elena Ilies" userId="137a9872-5d17-4daa-aadd-9b5156320875" providerId="ADAL" clId="{63B53853-8EC4-4ECB-B50D-18EDD17CE227}" dt="2026-01-19T10:23:51.679" v="1585" actId="21"/>
          <ac:spMkLst>
            <pc:docMk/>
            <pc:sldMk cId="2856241824" sldId="289"/>
            <ac:spMk id="4" creationId="{E173F33C-0DBB-71C5-3259-D927008B114F}"/>
          </ac:spMkLst>
        </pc:spChg>
      </pc:sldChg>
      <pc:sldChg chg="modSp add mod">
        <pc:chgData name="Oana Elena Ilies" userId="137a9872-5d17-4daa-aadd-9b5156320875" providerId="ADAL" clId="{63B53853-8EC4-4ECB-B50D-18EDD17CE227}" dt="2026-01-19T10:23:36.329" v="1581" actId="20577"/>
        <pc:sldMkLst>
          <pc:docMk/>
          <pc:sldMk cId="3200839825" sldId="290"/>
        </pc:sldMkLst>
        <pc:spChg chg="mod">
          <ac:chgData name="Oana Elena Ilies" userId="137a9872-5d17-4daa-aadd-9b5156320875" providerId="ADAL" clId="{63B53853-8EC4-4ECB-B50D-18EDD17CE227}" dt="2026-01-19T10:21:30.859" v="1541" actId="20577"/>
          <ac:spMkLst>
            <pc:docMk/>
            <pc:sldMk cId="3200839825" sldId="290"/>
            <ac:spMk id="2" creationId="{335FD53B-0AFD-9301-EED1-D1461EEEA132}"/>
          </ac:spMkLst>
        </pc:spChg>
        <pc:spChg chg="mod">
          <ac:chgData name="Oana Elena Ilies" userId="137a9872-5d17-4daa-aadd-9b5156320875" providerId="ADAL" clId="{63B53853-8EC4-4ECB-B50D-18EDD17CE227}" dt="2026-01-19T10:23:36.329" v="1581" actId="20577"/>
          <ac:spMkLst>
            <pc:docMk/>
            <pc:sldMk cId="3200839825" sldId="290"/>
            <ac:spMk id="6" creationId="{43907A55-2CEB-2B58-3217-7677CBB8B38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0D90EC4-EF0C-4A02-AF05-AFB2E4724DE7}" type="datetime1">
              <a:rPr lang="ro-RO" smtClean="0"/>
              <a:t>19.01.2026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B7C5B5-3254-49EB-B8EC-C6EFAB7F3519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2869989-EB00-4EE7-BCB5-25BDC5BB29F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5785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ED0F-2A2D-6ADE-1E2C-3FC2A4B6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44004CC-5ACB-FCE7-CF03-0D9E85B6B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C7A2C4F0-DD9A-E7D5-A7C3-C18C6D05E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8C07AE5B-4174-AB4F-B3D6-A8BC882B5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3230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8F520-0B27-DC7D-2BC1-3A3917DA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19F27F4F-8DAE-6E31-85B3-6413F338D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076B1C13-626D-1582-6284-02E513F44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76882F8-3957-9768-9907-A6C8070A9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88101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4F069-183C-2BA9-3548-3F9BFED1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344C7710-D45E-32B3-5DEF-4E4A4532B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DC678D0F-E23D-8E98-0A82-DCB622760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DA1006B-075A-06E5-911E-B20568971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75354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43CD-D534-6739-61A5-423AEDF1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8078C336-BF30-9CF1-3565-9E355F82D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C308D9CF-97D7-F7F1-F6CF-64F57AE47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5DF38A30-5CB8-8939-7B36-53F0C1431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9578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A0706-BC82-54D8-A54A-41FC5A19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2435B74-2CF0-52B2-BB3C-F6ADD6353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275D8653-2A2A-55F7-FE6F-608AB5237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75822D02-CDFE-9BB4-20CC-176852825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15475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3D69-273E-7B31-EBB8-30339BB6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DB5CBC9B-B1E2-33CC-697E-16271DE3E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6ECF1CE1-4942-6725-555B-13E0249BF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B4B4B61A-B0E5-1C37-2258-44EA08E20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12412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ro-RO" smtClean="0"/>
              <a:t>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91259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D791-2C8F-CFC8-F1DC-66577DEE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DD817947-443B-9999-D350-5983988E0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AFE3EC0-F2C9-4B2D-93D9-48A74284E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709EEB1-588E-ECF2-11DE-C476C9D7E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7988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7FAB-D64C-386D-A160-721B8F07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69F8F3F6-4881-7BF1-8ABD-0A0A3EC5F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8294145B-5656-6CD0-8FE9-A22EC1A38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DC214B6-3CDE-713D-5791-9F5625D028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10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15027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7DD71-C301-C169-1E5A-6901EABE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5B3A9A25-BDD0-7787-3F51-611722D92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BF0C8879-5775-1B50-C407-FCC23E7ED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C7A5A150-740C-6221-8211-689895190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11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98272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AA5D8-EDA4-3A92-BCFA-26B487FE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92355B0A-5594-B13D-65BC-FB2E08659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689A8D58-6F27-C274-AD69-14B98C759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B4EF9B3-5055-56DE-A524-C50D8F178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12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89144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3958-89D7-07E0-A434-30EA2367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21B8AD1D-89AA-94CD-34ED-1E99F2105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14120D4F-254C-D74E-51D5-3005CAC5A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537F478-5519-1CD9-9FFB-3CC0BECF3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13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37455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855A-62FB-B4B2-684E-5C62CBE2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118D29FB-5B98-203C-E9A3-1A4F6C205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B5619D1F-CED8-4B27-382D-9B537FBCB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4666FD66-DAF0-E23E-D4EC-AE0F045A9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14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03818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1D11-A985-CCB8-D4A0-BA43CDAB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2460423C-2504-E88C-2F94-B7038627F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27EFD7E4-C37C-5485-3D73-0548B50E9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7DC6CC90-8854-BA2A-3315-89494C83E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21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81388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E6AE-3024-1990-4544-D9A49016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E05A586-3A7C-C564-6B7D-5407E42DF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164B4DCF-C594-A952-03FC-2DE451153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F1A3CF9-1238-C0FE-C74C-FCEABAF972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ro-RO" smtClean="0"/>
              <a:t>22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07301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2920-E091-A22E-B41A-03085EA5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0A3A5A09-3913-4414-0666-8C07C68A9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8B282CA-CF1D-1E3A-BABD-755A53A1E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6B6C3FA-E3A3-7E52-9F73-801DD0851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ro-RO" smtClean="0"/>
              <a:t>23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462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Conector drept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rept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rept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rept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rept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rept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rept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rept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rept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rept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rept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rept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rept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rept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rept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rept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Conector drept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drept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drept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drept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rept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Conector drept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ector drept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drept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drept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drept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Conector drept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drept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drept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drept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drept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Conector drept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drept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drept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drept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drept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Conector drept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ector drept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drept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drept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drept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Conector drept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drept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drept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drept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drept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  <p:cxnSp>
        <p:nvCxnSpPr>
          <p:cNvPr id="58" name="Conector drept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3CBF0B-1AD2-461A-8DD5-47B3068238DD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Conector drept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rept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rept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rept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rept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rept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rept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rept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rept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rept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rept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rept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rept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rept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rept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rept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Conector drept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drept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drept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rept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drept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Conector drept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drept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drept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drept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drept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Conector drept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drept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drept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drept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drept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Conector drept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drept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drept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drept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drept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Conector drept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drept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drept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drept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drept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ector drept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drept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drept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drept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drept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cxnSp>
        <p:nvCxnSpPr>
          <p:cNvPr id="58" name="Conector drept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7EF65-438F-478C-8993-5259FB1F9B4C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3A0E81-FC81-4B24-AE5C-3B800B95DFE2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2500F2-D41C-4C0B-AD8E-FC550E1CEF52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Conector drept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drept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drept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drept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drept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drept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drept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drept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drept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drept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drept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drept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drept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drept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drept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drept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Conector drept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Conector drept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Conector drept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Conector drept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Conector drept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Conector drept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Conector drept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Conector drept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Conector drept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Conector drept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Conector drept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Conector drept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Conector drept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Conector drept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ector drept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Conector drept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ector drept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ector drept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ector drept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Conector drept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Conector drept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Conector drept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Conector drept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Conector drept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Conector drept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Conector drept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ector drept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ector drept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ector drept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ector drept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Substituent subsol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212" name="Substituent dată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273516-AEB1-4764-B3F6-8828801DB6D7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214" name="Substituent număr diapozitiv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ținut cu legendă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Conector drept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rept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rept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rept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rept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rept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rept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rept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rept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rept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rept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rept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rept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rept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rept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rept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Conector drept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rept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drept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drept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drept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Conector drept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drept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drept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 drept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ector drept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Conector drept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drept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drept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drept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drept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Conector drept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drept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drept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drept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drept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Conector drept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drept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drept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drept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ector drept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Conector drept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drept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drept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drept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ector drept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Dreptunghi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cxnSp>
        <p:nvCxnSpPr>
          <p:cNvPr id="60" name="Conector drept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0E3F9A9-2532-4BA0-900D-F83561CCE349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8" name="Substituent număr diapozitiv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31375A4-56A4-47D6-9801-1991572033F7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ine cu legendă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Conector drept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rept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rept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rept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rept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rept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rept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rept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rept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rept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rept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rept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rept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rept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rept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rept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Conector drept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drept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drept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drept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drept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Conector drept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drept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drept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drept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 drept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Conector drept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drept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drept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drept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drept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Conector drept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drept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drept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drept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drept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Conector drept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drept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drept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drept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drept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Conector drept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drept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drept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drept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drept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Dreptunghi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59" name="Conector drept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u ș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614FE-479F-4B12-83F2-0DCF31667052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/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A9C300-1241-437E-9B02-F19C1267D9F9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Conector drept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drept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drept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drept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rept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rept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drept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rept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drept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drept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drept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drept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drept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drept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drept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drept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Conector drept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ector drept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Conector drept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Conector drept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Conector drept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Conector drept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Conector drept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Conector drept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Conector drept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Conector drept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Conector drept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Conector drept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Conector drept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Conector drept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ector drept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Conector drept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ector drept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ector drept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ector drept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ector drept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Conector drept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Conector drept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Conector drept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Conector drept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Conector drept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Conector drept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ector drept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ector drept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ector drept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Conector drept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cxnSp>
        <p:nvCxnSpPr>
          <p:cNvPr id="148" name="Conector drept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4F19B381-E287-41DE-9B79-626B9EDC93E4}" type="datetime1">
              <a:rPr lang="ro-RO" noProof="0" smtClean="0"/>
              <a:t>19.01.2026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5400" y="969264"/>
            <a:ext cx="9601200" cy="2743200"/>
          </a:xfrm>
        </p:spPr>
        <p:txBody>
          <a:bodyPr rtlCol="0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o-RO" dirty="0" err="1"/>
              <a:t>Attention-Based</a:t>
            </a:r>
            <a:r>
              <a:rPr lang="ro-RO" dirty="0"/>
              <a:t> </a:t>
            </a:r>
            <a:r>
              <a:rPr lang="ro-RO" dirty="0" err="1"/>
              <a:t>Classification</a:t>
            </a:r>
            <a:r>
              <a:rPr lang="ro-RO" dirty="0"/>
              <a:t> for Facial </a:t>
            </a:r>
            <a:r>
              <a:rPr lang="ro-RO" dirty="0" err="1"/>
              <a:t>Expressions</a:t>
            </a:r>
            <a:endParaRPr lang="ro-RO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9208168" y="5623399"/>
            <a:ext cx="2731168" cy="530673"/>
          </a:xfrm>
        </p:spPr>
        <p:txBody>
          <a:bodyPr rtlCol="0"/>
          <a:lstStyle/>
          <a:p>
            <a:r>
              <a:rPr lang="ro-RO" dirty="0"/>
              <a:t>Ilies Oana-Elena</a:t>
            </a:r>
          </a:p>
        </p:txBody>
      </p:sp>
      <p:sp>
        <p:nvSpPr>
          <p:cNvPr id="4" name="Substituent text 2">
            <a:extLst>
              <a:ext uri="{FF2B5EF4-FFF2-40B4-BE49-F238E27FC236}">
                <a16:creationId xmlns:a16="http://schemas.microsoft.com/office/drawing/2014/main" id="{F8AF1EF1-7E83-AAEC-64BA-51653D3FCFBC}"/>
              </a:ext>
            </a:extLst>
          </p:cNvPr>
          <p:cNvSpPr txBox="1">
            <a:spLocks/>
          </p:cNvSpPr>
          <p:nvPr/>
        </p:nvSpPr>
        <p:spPr>
          <a:xfrm>
            <a:off x="8662737" y="6050439"/>
            <a:ext cx="3276599" cy="530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Tehnologii</a:t>
            </a:r>
            <a:r>
              <a:rPr lang="en-US" dirty="0"/>
              <a:t> Multimedia An 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EA2E-5F58-E4EA-06E7-6FE2F2CB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7D06082-1DB2-53ED-BADA-ECC774AD6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63" y="37150"/>
            <a:ext cx="9601200" cy="1142385"/>
          </a:xfrm>
        </p:spPr>
        <p:txBody>
          <a:bodyPr rtlCol="0"/>
          <a:lstStyle/>
          <a:p>
            <a:r>
              <a:rPr lang="ro-RO" dirty="0"/>
              <a:t>Structura prezentării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B8705725-E335-F3F3-2119-F308552F4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23475"/>
            <a:ext cx="9601200" cy="4547936"/>
          </a:xfrm>
        </p:spPr>
        <p:txBody>
          <a:bodyPr>
            <a:normAutofit/>
          </a:bodyPr>
          <a:lstStyle/>
          <a:p>
            <a:r>
              <a:rPr lang="ro-RO" sz="2400" dirty="0"/>
              <a:t>Introducere</a:t>
            </a:r>
            <a:endParaRPr lang="en-US" sz="2400" dirty="0"/>
          </a:p>
          <a:p>
            <a:r>
              <a:rPr lang="ro-RO" sz="2400" dirty="0"/>
              <a:t>Motivație</a:t>
            </a:r>
            <a:endParaRPr lang="en-US" sz="2400" dirty="0"/>
          </a:p>
          <a:p>
            <a:r>
              <a:rPr lang="ro-RO" sz="2400" dirty="0" err="1"/>
              <a:t>Dataset</a:t>
            </a:r>
            <a:r>
              <a:rPr lang="ro-RO" sz="2400" dirty="0"/>
              <a:t> și explorarea datelor</a:t>
            </a:r>
            <a:endParaRPr lang="en-US" sz="2400" dirty="0"/>
          </a:p>
          <a:p>
            <a:r>
              <a:rPr lang="ro-RO" sz="2400" dirty="0"/>
              <a:t>Arhitectura Vision </a:t>
            </a:r>
            <a:r>
              <a:rPr lang="ro-RO" sz="2400" dirty="0" err="1"/>
              <a:t>Transformer</a:t>
            </a:r>
            <a:endParaRPr lang="en-US" sz="2400" dirty="0"/>
          </a:p>
          <a:p>
            <a:r>
              <a:rPr lang="ro-RO" sz="2400" dirty="0"/>
              <a:t>Setări de antrenare</a:t>
            </a:r>
            <a:r>
              <a:rPr lang="en-US" sz="2400" dirty="0"/>
              <a:t> </a:t>
            </a:r>
            <a:r>
              <a:rPr lang="ro-RO" sz="2400" dirty="0"/>
              <a:t>&amp; strategie de învățare</a:t>
            </a:r>
            <a:endParaRPr lang="en-US" sz="2400" dirty="0"/>
          </a:p>
          <a:p>
            <a:r>
              <a:rPr lang="ro-RO" sz="2400" dirty="0"/>
              <a:t>Rezultate experimentale</a:t>
            </a:r>
            <a:endParaRPr lang="en-US" sz="2400" dirty="0"/>
          </a:p>
          <a:p>
            <a:r>
              <a:rPr lang="ro-RO" sz="2400" dirty="0"/>
              <a:t>Limitări și observații</a:t>
            </a:r>
            <a:endParaRPr lang="en-US" sz="2400" dirty="0"/>
          </a:p>
          <a:p>
            <a:r>
              <a:rPr lang="ro-RO" sz="2400" dirty="0"/>
              <a:t>Concluzii și </a:t>
            </a:r>
            <a:r>
              <a:rPr lang="en-US" sz="2400" dirty="0" err="1"/>
              <a:t>dezvoltări</a:t>
            </a:r>
            <a:r>
              <a:rPr lang="ro-RO" sz="2400" dirty="0"/>
              <a:t> </a:t>
            </a:r>
            <a:r>
              <a:rPr lang="en-US" sz="2400" dirty="0" err="1"/>
              <a:t>ulterioare</a:t>
            </a:r>
            <a:endParaRPr lang="ro-RO" sz="2400" dirty="0"/>
          </a:p>
          <a:p>
            <a:pPr marL="0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5813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85E2-643B-115F-37BC-549835F3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5DCB470-7DD4-A3E2-D5BF-F007EC8D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63" y="37150"/>
            <a:ext cx="9601200" cy="1142385"/>
          </a:xfrm>
        </p:spPr>
        <p:txBody>
          <a:bodyPr rtlCol="0"/>
          <a:lstStyle/>
          <a:p>
            <a:r>
              <a:rPr lang="en-US" dirty="0"/>
              <a:t>1.</a:t>
            </a:r>
            <a:r>
              <a:rPr lang="ro-RO" dirty="0"/>
              <a:t>Introducere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F2AF9CB0-5E4D-50B0-0F54-866F8A48A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23475"/>
            <a:ext cx="9601200" cy="45479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sz="2400" b="1" dirty="0" err="1"/>
              <a:t>Attention-Based</a:t>
            </a:r>
            <a:r>
              <a:rPr lang="ro-RO" sz="2400" b="1" dirty="0"/>
              <a:t> </a:t>
            </a:r>
            <a:r>
              <a:rPr lang="ro-RO" sz="2400" b="1" dirty="0" err="1"/>
              <a:t>Classification</a:t>
            </a:r>
            <a:r>
              <a:rPr lang="ro-RO" sz="2400" b="1" dirty="0"/>
              <a:t> for Facial </a:t>
            </a:r>
            <a:r>
              <a:rPr lang="ro-RO" sz="2400" b="1" dirty="0" err="1"/>
              <a:t>Expressions</a:t>
            </a:r>
            <a:endParaRPr lang="en-US" b="1" dirty="0"/>
          </a:p>
          <a:p>
            <a:pPr lvl="1"/>
            <a:r>
              <a:rPr lang="it-IT" sz="2000" dirty="0"/>
              <a:t>Clasificarea emoțiilor din imagini faciale</a:t>
            </a:r>
          </a:p>
          <a:p>
            <a:pPr lvl="1"/>
            <a:r>
              <a:rPr lang="en-US" sz="2000" dirty="0"/>
              <a:t>7 </a:t>
            </a:r>
            <a:r>
              <a:rPr lang="en-US" sz="2000" dirty="0" err="1"/>
              <a:t>clase</a:t>
            </a:r>
            <a:r>
              <a:rPr lang="en-US" sz="2000" dirty="0"/>
              <a:t> </a:t>
            </a:r>
            <a:r>
              <a:rPr lang="en-US" sz="2000" dirty="0" err="1"/>
              <a:t>emoționale</a:t>
            </a:r>
            <a:r>
              <a:rPr lang="en-US" sz="2000" dirty="0"/>
              <a:t>: </a:t>
            </a:r>
          </a:p>
          <a:p>
            <a:pPr lvl="2"/>
            <a:r>
              <a:rPr lang="en-US" sz="1800" dirty="0"/>
              <a:t>Angry</a:t>
            </a:r>
          </a:p>
          <a:p>
            <a:pPr lvl="2"/>
            <a:r>
              <a:rPr lang="en-US" sz="1800" dirty="0"/>
              <a:t>Disgust</a:t>
            </a:r>
          </a:p>
          <a:p>
            <a:pPr lvl="2"/>
            <a:r>
              <a:rPr lang="en-US" sz="1800" dirty="0"/>
              <a:t>Fear</a:t>
            </a:r>
          </a:p>
          <a:p>
            <a:pPr lvl="2"/>
            <a:r>
              <a:rPr lang="en-US" sz="1800" dirty="0"/>
              <a:t>Happy</a:t>
            </a:r>
          </a:p>
          <a:p>
            <a:pPr lvl="2"/>
            <a:r>
              <a:rPr lang="en-US" sz="1800" dirty="0"/>
              <a:t>Neutral</a:t>
            </a:r>
          </a:p>
          <a:p>
            <a:pPr lvl="2"/>
            <a:r>
              <a:rPr lang="en-US" sz="1800" dirty="0"/>
              <a:t>Sad</a:t>
            </a:r>
          </a:p>
          <a:p>
            <a:pPr lvl="2"/>
            <a:r>
              <a:rPr lang="en-US" sz="1800" dirty="0"/>
              <a:t>Surprise</a:t>
            </a:r>
          </a:p>
          <a:p>
            <a:pPr lvl="1"/>
            <a:r>
              <a:rPr lang="sv-SE" sz="2000" dirty="0"/>
              <a:t>Abordare bazată pe </a:t>
            </a:r>
            <a:r>
              <a:rPr lang="sv-SE" sz="2000" b="1" dirty="0"/>
              <a:t>Vision Transformer (ViT)</a:t>
            </a:r>
          </a:p>
          <a:p>
            <a:pPr lvl="1"/>
            <a:r>
              <a:rPr lang="ro-RO" sz="2000" dirty="0"/>
              <a:t>Utilizarea mecanismului de self-</a:t>
            </a:r>
            <a:r>
              <a:rPr lang="ro-RO" sz="2000" dirty="0" err="1"/>
              <a:t>attention</a:t>
            </a:r>
            <a:r>
              <a:rPr lang="ro-RO" sz="2000" dirty="0"/>
              <a:t> pentru captarea relațiilor globale din imagine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2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B99C1-7C73-D5B6-E862-EC956605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5259847-989C-841B-2B2F-128A16B4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63" y="37150"/>
            <a:ext cx="9601200" cy="1142385"/>
          </a:xfrm>
        </p:spPr>
        <p:txBody>
          <a:bodyPr rtlCol="0"/>
          <a:lstStyle/>
          <a:p>
            <a:r>
              <a:rPr lang="en-US" dirty="0"/>
              <a:t>2. </a:t>
            </a:r>
            <a:r>
              <a:rPr lang="ro-RO" dirty="0"/>
              <a:t>Motivație</a:t>
            </a:r>
            <a:endParaRPr lang="en-US" dirty="0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DB4455C-20EB-E397-995F-E315CAF84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63" y="1179535"/>
            <a:ext cx="11598442" cy="50291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lvl="1"/>
            <a:r>
              <a:rPr lang="it-IT" sz="2200" dirty="0"/>
              <a:t>Emoțiile faciale reprezintă o sursă importantă de informație non-verbală</a:t>
            </a:r>
          </a:p>
          <a:p>
            <a:pPr lvl="2"/>
            <a:r>
              <a:rPr lang="ro-RO" sz="2000" dirty="0" err="1"/>
              <a:t>Human</a:t>
            </a:r>
            <a:r>
              <a:rPr lang="ro-RO" sz="2000" dirty="0"/>
              <a:t>–Computer </a:t>
            </a:r>
            <a:r>
              <a:rPr lang="ro-RO" sz="2000" dirty="0" err="1"/>
              <a:t>Interaction</a:t>
            </a:r>
            <a:r>
              <a:rPr lang="ro-RO" sz="2000" dirty="0"/>
              <a:t> (HCI)</a:t>
            </a:r>
            <a:endParaRPr lang="en-US" sz="2000" dirty="0"/>
          </a:p>
          <a:p>
            <a:pPr lvl="2"/>
            <a:r>
              <a:rPr lang="ro-RO" sz="2000" dirty="0"/>
              <a:t>educație online și evaluarea </a:t>
            </a:r>
            <a:r>
              <a:rPr lang="ro-RO" sz="2000" dirty="0" err="1"/>
              <a:t>engagement</a:t>
            </a:r>
            <a:r>
              <a:rPr lang="ro-RO" sz="2000" dirty="0"/>
              <a:t>-ului</a:t>
            </a:r>
            <a:endParaRPr lang="en-US" sz="2000" dirty="0"/>
          </a:p>
          <a:p>
            <a:pPr lvl="2"/>
            <a:r>
              <a:rPr lang="ro-RO" sz="2000" dirty="0"/>
              <a:t>sănătate și </a:t>
            </a:r>
            <a:r>
              <a:rPr lang="ro-RO" sz="2000" dirty="0" err="1"/>
              <a:t>wellbeing</a:t>
            </a:r>
            <a:r>
              <a:rPr lang="ro-RO" sz="2000" dirty="0"/>
              <a:t> (monitorizare non-intruzivă)</a:t>
            </a:r>
            <a:endParaRPr lang="en-US" sz="2000" dirty="0"/>
          </a:p>
          <a:p>
            <a:pPr lvl="2"/>
            <a:r>
              <a:rPr lang="ro-RO" sz="2000" dirty="0"/>
              <a:t>analiză comportamentală și </a:t>
            </a:r>
            <a:r>
              <a:rPr lang="ro-RO" sz="2000" dirty="0" err="1"/>
              <a:t>user</a:t>
            </a:r>
            <a:r>
              <a:rPr lang="ro-RO" sz="2000" dirty="0"/>
              <a:t> </a:t>
            </a:r>
            <a:r>
              <a:rPr lang="ro-RO" sz="2000" dirty="0" err="1"/>
              <a:t>experience</a:t>
            </a:r>
            <a:endParaRPr lang="it-IT" sz="2000" dirty="0"/>
          </a:p>
          <a:p>
            <a:pPr lvl="1"/>
            <a:r>
              <a:rPr lang="es-ES" sz="2200" dirty="0"/>
              <a:t>Clasificarea emoțiilor este dificilă din cauza:</a:t>
            </a:r>
          </a:p>
          <a:p>
            <a:pPr lvl="2"/>
            <a:r>
              <a:rPr lang="ro-RO" sz="2200" dirty="0"/>
              <a:t>variațiilor mari de iluminare și poziție</a:t>
            </a:r>
            <a:endParaRPr lang="en-US" sz="2200" dirty="0"/>
          </a:p>
          <a:p>
            <a:pPr lvl="2"/>
            <a:r>
              <a:rPr lang="ro-RO" sz="2200" dirty="0"/>
              <a:t>expresiilor subtile și zgomotului din date</a:t>
            </a:r>
            <a:endParaRPr lang="en-US" sz="2200" dirty="0"/>
          </a:p>
          <a:p>
            <a:pPr lvl="1"/>
            <a:r>
              <a:rPr lang="ro-RO" sz="2200" dirty="0"/>
              <a:t>Modelele bazate pe </a:t>
            </a:r>
            <a:r>
              <a:rPr lang="ro-RO" sz="2200" b="1" dirty="0"/>
              <a:t>self-</a:t>
            </a:r>
            <a:r>
              <a:rPr lang="ro-RO" sz="2200" b="1" dirty="0" err="1"/>
              <a:t>attention</a:t>
            </a:r>
            <a:r>
              <a:rPr lang="ro-RO" sz="2200" dirty="0"/>
              <a:t> pot surprinde relații globale între trăsăturile faciale</a:t>
            </a:r>
            <a:endParaRPr lang="es-ES" sz="2200" dirty="0"/>
          </a:p>
          <a:p>
            <a:pPr marL="731520" lvl="3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1852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0029C-4E84-A79A-5863-84A00B72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3639F17-A121-E6CE-6FDC-F243A8D95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63" y="37150"/>
            <a:ext cx="9601200" cy="1286325"/>
          </a:xfrm>
        </p:spPr>
        <p:txBody>
          <a:bodyPr rtlCol="0">
            <a:normAutofit fontScale="90000"/>
          </a:bodyPr>
          <a:lstStyle/>
          <a:p>
            <a:r>
              <a:rPr lang="en-US" sz="3600" dirty="0"/>
              <a:t>3. </a:t>
            </a:r>
            <a:r>
              <a:rPr lang="ro-RO" sz="3600" dirty="0" err="1"/>
              <a:t>Dataset</a:t>
            </a:r>
            <a:r>
              <a:rPr lang="ro-RO" sz="3600" dirty="0"/>
              <a:t> și explorarea datelor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sz="2800" dirty="0"/>
              <a:t>3.1 Dataset(FER2025)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EACBD675-1A68-C66E-6316-05BD6664F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63" y="1323475"/>
            <a:ext cx="9601200" cy="45479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lvl="1"/>
            <a:endParaRPr lang="es-ES" sz="2000" dirty="0"/>
          </a:p>
          <a:p>
            <a:pPr marL="731520" lvl="3" indent="0">
              <a:buNone/>
            </a:pPr>
            <a:endParaRPr lang="en-US" sz="1600" dirty="0"/>
          </a:p>
        </p:txBody>
      </p:sp>
      <p:sp>
        <p:nvSpPr>
          <p:cNvPr id="6" name="Substituent conținut 3">
            <a:extLst>
              <a:ext uri="{FF2B5EF4-FFF2-40B4-BE49-F238E27FC236}">
                <a16:creationId xmlns:a16="http://schemas.microsoft.com/office/drawing/2014/main" id="{96FE34D5-D956-35AD-4B25-2DAAFE2D8677}"/>
              </a:ext>
            </a:extLst>
          </p:cNvPr>
          <p:cNvSpPr txBox="1">
            <a:spLocks/>
          </p:cNvSpPr>
          <p:nvPr/>
        </p:nvSpPr>
        <p:spPr>
          <a:xfrm>
            <a:off x="0" y="1082844"/>
            <a:ext cx="11598442" cy="5029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b="1" dirty="0"/>
          </a:p>
          <a:p>
            <a:pPr lvl="1"/>
            <a:r>
              <a:rPr lang="ro-RO" sz="2000" dirty="0" err="1"/>
              <a:t>Dataset</a:t>
            </a:r>
            <a:r>
              <a:rPr lang="ro-RO" sz="2000" dirty="0"/>
              <a:t> pentru recunoașterea expresiilor faciale</a:t>
            </a:r>
            <a:endParaRPr lang="en-US" sz="2000" dirty="0"/>
          </a:p>
          <a:p>
            <a:pPr lvl="1"/>
            <a:r>
              <a:rPr lang="it-IT" sz="2000" dirty="0"/>
              <a:t>Conține </a:t>
            </a:r>
            <a:r>
              <a:rPr lang="it-IT" sz="2000" b="1" dirty="0"/>
              <a:t>~1.6 milioane de imagini faciale</a:t>
            </a:r>
          </a:p>
          <a:p>
            <a:pPr lvl="1"/>
            <a:r>
              <a:rPr lang="ro-RO" sz="2000" dirty="0"/>
              <a:t>Imaginile sunt procesate </a:t>
            </a:r>
            <a:r>
              <a:rPr lang="ro-RO" sz="2000" b="1" dirty="0"/>
              <a:t>în </a:t>
            </a:r>
            <a:r>
              <a:rPr lang="ro-RO" sz="2000" b="1" dirty="0" err="1"/>
              <a:t>grayscale</a:t>
            </a:r>
            <a:r>
              <a:rPr lang="ro-RO" sz="2000" b="1" dirty="0"/>
              <a:t> (1 canal)</a:t>
            </a:r>
            <a:endParaRPr lang="en-US" sz="2000" b="1" dirty="0"/>
          </a:p>
          <a:p>
            <a:pPr lvl="1"/>
            <a:r>
              <a:rPr lang="ro-RO" sz="2000" dirty="0"/>
              <a:t>Dimensiunea imaginilor: </a:t>
            </a:r>
            <a:r>
              <a:rPr lang="ro-RO" sz="2000" b="1" dirty="0"/>
              <a:t>48 × 48 pixeli</a:t>
            </a:r>
            <a:endParaRPr lang="en-US" sz="2000" dirty="0"/>
          </a:p>
        </p:txBody>
      </p:sp>
      <p:pic>
        <p:nvPicPr>
          <p:cNvPr id="11" name="Imagine 10" descr="O imagine care conține Chip de om, alb și negru, captură de ecran, persoană&#10;&#10;Conținutul generat de inteligența artificială poate fi incorect.">
            <a:extLst>
              <a:ext uri="{FF2B5EF4-FFF2-40B4-BE49-F238E27FC236}">
                <a16:creationId xmlns:a16="http://schemas.microsoft.com/office/drawing/2014/main" id="{961C206C-7373-A6AC-5189-0B0C923A5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40" y="3086197"/>
            <a:ext cx="9211961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8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6EDE4-D84E-62DB-DA51-6E8956F0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8D867C7-042A-7CCA-7449-0647256D3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-201541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US" sz="2500" dirty="0"/>
              <a:t>3.2 </a:t>
            </a:r>
            <a:r>
              <a:rPr lang="ro-RO" sz="2500" dirty="0"/>
              <a:t>Organizarea și împărțirea datelor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65DAF2BC-AB95-7884-942E-71F6BE4D4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463" y="1215408"/>
            <a:ext cx="5736771" cy="4515956"/>
          </a:xfrm>
        </p:spPr>
        <p:txBody>
          <a:bodyPr>
            <a:normAutofit/>
          </a:bodyPr>
          <a:lstStyle/>
          <a:p>
            <a:r>
              <a:rPr lang="ro-RO" sz="1600" dirty="0"/>
              <a:t>Datele sunt descărcate sub formă de arhive .tar, câte una per clasă</a:t>
            </a:r>
          </a:p>
          <a:p>
            <a:r>
              <a:rPr lang="ro-RO" sz="1600" dirty="0"/>
              <a:t>După extragere, imaginile sunt organizate în format </a:t>
            </a:r>
            <a:r>
              <a:rPr lang="ro-RO" sz="1600" b="1" dirty="0" err="1"/>
              <a:t>ImageFolder</a:t>
            </a:r>
            <a:endParaRPr lang="en-US" sz="1600" b="1" dirty="0"/>
          </a:p>
          <a:p>
            <a:r>
              <a:rPr lang="en-US" sz="1600" dirty="0" err="1"/>
              <a:t>Datasetul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echilibrat</a:t>
            </a:r>
            <a:endParaRPr lang="ro-RO" sz="1600" dirty="0"/>
          </a:p>
          <a:p>
            <a:r>
              <a:rPr lang="ro-RO" sz="1600" dirty="0"/>
              <a:t>Împărțire realizată </a:t>
            </a:r>
            <a:r>
              <a:rPr lang="ro-RO" sz="1600" b="1" dirty="0"/>
              <a:t>determinist</a:t>
            </a:r>
            <a:r>
              <a:rPr lang="en-US" sz="1600" b="1" dirty="0"/>
              <a:t>:</a:t>
            </a:r>
          </a:p>
          <a:p>
            <a:pPr lvl="1"/>
            <a:r>
              <a:rPr lang="ro-RO" sz="1600" dirty="0"/>
              <a:t>85% </a:t>
            </a:r>
            <a:r>
              <a:rPr lang="ro-RO" sz="1600" dirty="0" err="1"/>
              <a:t>Train</a:t>
            </a:r>
            <a:endParaRPr lang="en-US" sz="1600" dirty="0"/>
          </a:p>
          <a:p>
            <a:pPr lvl="1"/>
            <a:r>
              <a:rPr lang="ro-RO" sz="1600" dirty="0"/>
              <a:t>15% Test</a:t>
            </a:r>
            <a:endParaRPr lang="en-US" sz="1600" b="1" dirty="0"/>
          </a:p>
          <a:p>
            <a:r>
              <a:rPr lang="ro-RO" sz="1600" dirty="0"/>
              <a:t>Setul de </a:t>
            </a:r>
            <a:r>
              <a:rPr lang="ro-RO" sz="1600" dirty="0" err="1"/>
              <a:t>validation</a:t>
            </a:r>
            <a:r>
              <a:rPr lang="ro-RO" sz="1600" dirty="0"/>
              <a:t> este extras </a:t>
            </a:r>
            <a:r>
              <a:rPr lang="ro-RO" sz="1600" b="1" dirty="0"/>
              <a:t>exclusiv din </a:t>
            </a:r>
            <a:r>
              <a:rPr lang="ro-RO" sz="1600" b="1" dirty="0" err="1"/>
              <a:t>train</a:t>
            </a:r>
            <a:endParaRPr lang="en-US" sz="1600" b="1" dirty="0"/>
          </a:p>
          <a:p>
            <a:pPr lvl="1"/>
            <a:r>
              <a:rPr lang="ro-RO" sz="1600" dirty="0"/>
              <a:t>90% </a:t>
            </a:r>
            <a:r>
              <a:rPr lang="ro-RO" sz="1600" dirty="0" err="1"/>
              <a:t>Train</a:t>
            </a:r>
            <a:r>
              <a:rPr lang="ro-RO" sz="1600" dirty="0"/>
              <a:t> final</a:t>
            </a:r>
            <a:endParaRPr lang="en-US" sz="1600" dirty="0"/>
          </a:p>
          <a:p>
            <a:pPr lvl="1"/>
            <a:r>
              <a:rPr lang="ro-RO" sz="1600" dirty="0"/>
              <a:t>10% </a:t>
            </a:r>
            <a:r>
              <a:rPr lang="ro-RO" sz="1600" dirty="0" err="1"/>
              <a:t>Validation</a:t>
            </a:r>
            <a:endParaRPr lang="en-US" sz="1600" b="1" dirty="0"/>
          </a:p>
          <a:p>
            <a:pPr marL="274320" lvl="1" indent="0">
              <a:buNone/>
            </a:pPr>
            <a:endParaRPr lang="ro-RO" sz="1600" dirty="0"/>
          </a:p>
        </p:txBody>
      </p:sp>
      <p:pic>
        <p:nvPicPr>
          <p:cNvPr id="6" name="Imagine 5" descr="O imagine care conține text, captură de ecran, Dreptunghi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53A4FFC1-17F4-A00A-D0C1-8D13D3F5F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77" y="2103120"/>
            <a:ext cx="4937760" cy="36282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437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AF4E-BBEA-B090-F278-02005DB2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7A382E6-CDBD-AA7F-6324-6CA460D1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23" y="0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US" sz="2500" dirty="0"/>
              <a:t>3.2 </a:t>
            </a:r>
            <a:r>
              <a:rPr lang="fr-FR" sz="2500" dirty="0" err="1"/>
              <a:t>Preprocesare</a:t>
            </a:r>
            <a:r>
              <a:rPr lang="fr-FR" sz="2500" dirty="0"/>
              <a:t> </a:t>
            </a:r>
            <a:r>
              <a:rPr lang="fr-FR" sz="2500" dirty="0" err="1"/>
              <a:t>și</a:t>
            </a:r>
            <a:r>
              <a:rPr lang="fr-FR" sz="2500" dirty="0"/>
              <a:t> </a:t>
            </a:r>
            <a:r>
              <a:rPr lang="fr-FR" sz="2500" dirty="0" err="1"/>
              <a:t>augmentări</a:t>
            </a:r>
            <a:r>
              <a:rPr lang="fr-FR" sz="2500" dirty="0"/>
              <a:t> de date</a:t>
            </a:r>
            <a:endParaRPr lang="ro-RO" sz="2500" dirty="0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F018FCA-DB6A-8621-146C-CE55B9957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477" y="1981199"/>
            <a:ext cx="5421923" cy="3810001"/>
          </a:xfrm>
        </p:spPr>
        <p:txBody>
          <a:bodyPr>
            <a:normAutofit/>
          </a:bodyPr>
          <a:lstStyle/>
          <a:p>
            <a:r>
              <a:rPr lang="ro-RO" dirty="0"/>
              <a:t>Preprocesarea imaginilor</a:t>
            </a:r>
            <a:r>
              <a:rPr lang="en-US" dirty="0"/>
              <a:t>: </a:t>
            </a:r>
            <a:r>
              <a:rPr lang="ro-RO" dirty="0"/>
              <a:t>Normalizarea intensității pixelilor</a:t>
            </a:r>
            <a:r>
              <a:rPr lang="ro-RO" i="1" dirty="0"/>
              <a:t>(</a:t>
            </a:r>
            <a:r>
              <a:rPr lang="ro-RO" i="1" dirty="0" err="1"/>
              <a:t>mean</a:t>
            </a:r>
            <a:r>
              <a:rPr lang="ro-RO" i="1" dirty="0"/>
              <a:t> = 0.5, </a:t>
            </a:r>
            <a:r>
              <a:rPr lang="ro-RO" i="1" dirty="0" err="1"/>
              <a:t>std</a:t>
            </a:r>
            <a:r>
              <a:rPr lang="ro-RO" i="1" dirty="0"/>
              <a:t> = 0.5)</a:t>
            </a:r>
            <a:r>
              <a:rPr lang="en-US" i="1" dirty="0"/>
              <a:t> </a:t>
            </a:r>
          </a:p>
          <a:p>
            <a:pPr lvl="1"/>
            <a:r>
              <a:rPr lang="en-US" sz="2000" i="1" dirty="0"/>
              <a:t>A</a:t>
            </a:r>
            <a:r>
              <a:rPr lang="ro-RO" sz="2000" dirty="0" err="1"/>
              <a:t>plicată</a:t>
            </a:r>
            <a:r>
              <a:rPr lang="ro-RO" sz="2000" dirty="0"/>
              <a:t> uniform pe toate seturile de date</a:t>
            </a:r>
            <a:endParaRPr lang="en-US" sz="2000" i="1" dirty="0"/>
          </a:p>
          <a:p>
            <a:r>
              <a:rPr lang="fr-FR" dirty="0" err="1"/>
              <a:t>Augmentările</a:t>
            </a:r>
            <a:r>
              <a:rPr lang="fr-FR" dirty="0"/>
              <a:t> </a:t>
            </a:r>
            <a:r>
              <a:rPr lang="fr-FR" dirty="0" err="1"/>
              <a:t>sunt</a:t>
            </a:r>
            <a:r>
              <a:rPr lang="fr-FR" dirty="0"/>
              <a:t> </a:t>
            </a:r>
            <a:r>
              <a:rPr lang="fr-FR" dirty="0" err="1"/>
              <a:t>aplicate</a:t>
            </a:r>
            <a:r>
              <a:rPr lang="fr-FR" dirty="0"/>
              <a:t> </a:t>
            </a:r>
            <a:r>
              <a:rPr lang="fr-FR" b="1" dirty="0" err="1"/>
              <a:t>exclusiv</a:t>
            </a:r>
            <a:r>
              <a:rPr lang="fr-FR" b="1" dirty="0"/>
              <a:t> </a:t>
            </a:r>
            <a:r>
              <a:rPr lang="fr-FR" b="1" dirty="0" err="1"/>
              <a:t>pe</a:t>
            </a:r>
            <a:r>
              <a:rPr lang="fr-FR" b="1" dirty="0"/>
              <a:t> </a:t>
            </a:r>
            <a:r>
              <a:rPr lang="fr-FR" b="1" dirty="0" err="1"/>
              <a:t>setul</a:t>
            </a:r>
            <a:r>
              <a:rPr lang="fr-FR" b="1" dirty="0"/>
              <a:t> de </a:t>
            </a:r>
            <a:r>
              <a:rPr lang="fr-FR" b="1" dirty="0" err="1"/>
              <a:t>antrenare</a:t>
            </a:r>
            <a:r>
              <a:rPr lang="fr-FR" b="1" dirty="0"/>
              <a:t>:</a:t>
            </a:r>
          </a:p>
          <a:p>
            <a:pPr lvl="1"/>
            <a:r>
              <a:rPr lang="ro-RO" dirty="0" err="1"/>
              <a:t>Random</a:t>
            </a:r>
            <a:r>
              <a:rPr lang="ro-RO" dirty="0"/>
              <a:t> </a:t>
            </a:r>
            <a:r>
              <a:rPr lang="ro-RO" dirty="0" err="1"/>
              <a:t>Autocontrast</a:t>
            </a:r>
            <a:r>
              <a:rPr lang="ro-RO" dirty="0"/>
              <a:t> (p = 0.4)</a:t>
            </a:r>
            <a:endParaRPr lang="en-US" dirty="0"/>
          </a:p>
          <a:p>
            <a:pPr lvl="1"/>
            <a:r>
              <a:rPr lang="ro-RO" dirty="0" err="1"/>
              <a:t>Random</a:t>
            </a:r>
            <a:r>
              <a:rPr lang="ro-RO" dirty="0"/>
              <a:t> </a:t>
            </a:r>
            <a:r>
              <a:rPr lang="ro-RO" dirty="0" err="1"/>
              <a:t>Equalize</a:t>
            </a:r>
            <a:r>
              <a:rPr lang="ro-RO" dirty="0"/>
              <a:t> (p = 0.15)</a:t>
            </a:r>
            <a:endParaRPr lang="en-US" dirty="0"/>
          </a:p>
          <a:p>
            <a:pPr lvl="1"/>
            <a:r>
              <a:rPr lang="ro-RO" dirty="0" err="1"/>
              <a:t>Random</a:t>
            </a:r>
            <a:r>
              <a:rPr lang="ro-RO" dirty="0"/>
              <a:t> </a:t>
            </a:r>
            <a:r>
              <a:rPr lang="ro-RO" dirty="0" err="1"/>
              <a:t>Erasing</a:t>
            </a:r>
            <a:r>
              <a:rPr lang="ro-RO" dirty="0"/>
              <a:t> (p = 0.08)</a:t>
            </a:r>
            <a:endParaRPr lang="fr-FR" b="1" dirty="0"/>
          </a:p>
          <a:p>
            <a:endParaRPr lang="en-US" i="1" dirty="0"/>
          </a:p>
        </p:txBody>
      </p:sp>
      <p:pic>
        <p:nvPicPr>
          <p:cNvPr id="5" name="Imagine 4" descr="O imagine care conține text, captură de ecran, software, Font&#10;&#10;Conținutul generat de inteligența artificială poate fi incorect.">
            <a:extLst>
              <a:ext uri="{FF2B5EF4-FFF2-40B4-BE49-F238E27FC236}">
                <a16:creationId xmlns:a16="http://schemas.microsoft.com/office/drawing/2014/main" id="{8D4C653C-D866-9B99-D791-FB67E059F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81467"/>
            <a:ext cx="5699050" cy="3810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708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US" sz="2500" dirty="0"/>
              <a:t>3.4 </a:t>
            </a:r>
            <a:r>
              <a:rPr lang="ro-RO" sz="2500" dirty="0"/>
              <a:t>Compararea imaginilor înainte și după augmentări</a:t>
            </a:r>
          </a:p>
        </p:txBody>
      </p:sp>
      <p:pic>
        <p:nvPicPr>
          <p:cNvPr id="14" name="Imagine 13" descr="O imagine care conține captură de ecran, alb și negru, colaj, alb&#10;&#10;Conținutul generat de inteligența artificială poate fi incorect.">
            <a:extLst>
              <a:ext uri="{FF2B5EF4-FFF2-40B4-BE49-F238E27FC236}">
                <a16:creationId xmlns:a16="http://schemas.microsoft.com/office/drawing/2014/main" id="{E563E429-3DE7-D262-7207-99D0BDCA55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" t="6077"/>
          <a:stretch>
            <a:fillRect/>
          </a:stretch>
        </p:blipFill>
        <p:spPr>
          <a:xfrm>
            <a:off x="1192695" y="1453057"/>
            <a:ext cx="9882681" cy="39518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50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146D-C504-3D77-E6A3-3A2A1B48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FF51735-521F-AD72-D789-5C8F5144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01200" cy="914593"/>
          </a:xfrm>
        </p:spPr>
        <p:txBody>
          <a:bodyPr rtlCol="0"/>
          <a:lstStyle/>
          <a:p>
            <a:r>
              <a:rPr lang="en-US" sz="2800" dirty="0"/>
              <a:t>4. </a:t>
            </a:r>
            <a:r>
              <a:rPr lang="ro-RO" sz="2800" dirty="0"/>
              <a:t>Arhitectura Vision </a:t>
            </a:r>
            <a:r>
              <a:rPr lang="ro-RO" sz="2800" dirty="0" err="1"/>
              <a:t>Transformer</a:t>
            </a:r>
            <a:br>
              <a:rPr lang="en-US" dirty="0"/>
            </a:br>
            <a:r>
              <a:rPr lang="en-US" dirty="0"/>
              <a:t>   </a:t>
            </a:r>
            <a:r>
              <a:rPr lang="en-US" sz="2000" dirty="0"/>
              <a:t>4.1 </a:t>
            </a:r>
            <a:r>
              <a:rPr lang="ro-RO" sz="2000" dirty="0"/>
              <a:t>Prezentare generală </a:t>
            </a:r>
            <a:r>
              <a:rPr lang="ro-RO" sz="2000" dirty="0" err="1"/>
              <a:t>ViT</a:t>
            </a:r>
            <a:endParaRPr lang="en-US" sz="2000" dirty="0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7C23292A-89C3-8F26-FF84-3515D875B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3209"/>
            <a:ext cx="11598442" cy="46632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lvl="1"/>
            <a:r>
              <a:rPr lang="ro-RO" sz="1600" dirty="0"/>
              <a:t>Vision </a:t>
            </a:r>
            <a:r>
              <a:rPr lang="ro-RO" sz="1600" dirty="0" err="1"/>
              <a:t>Transformer</a:t>
            </a:r>
            <a:r>
              <a:rPr lang="ro-RO" sz="1600" dirty="0"/>
              <a:t> este un model de tip </a:t>
            </a:r>
            <a:r>
              <a:rPr lang="ro-RO" sz="1600" b="1" dirty="0" err="1"/>
              <a:t>Transformer</a:t>
            </a:r>
            <a:r>
              <a:rPr lang="ro-RO" sz="1600" dirty="0"/>
              <a:t>, adaptat pentru procesarea imaginilor</a:t>
            </a:r>
            <a:endParaRPr lang="en-US" sz="1600" dirty="0"/>
          </a:p>
          <a:p>
            <a:pPr lvl="1"/>
            <a:r>
              <a:rPr lang="ro-RO" sz="1600" dirty="0"/>
              <a:t>Arhitectura se bazează pe mecanismul de </a:t>
            </a:r>
            <a:r>
              <a:rPr lang="ro-RO" sz="1600" b="1" dirty="0"/>
              <a:t>self-</a:t>
            </a:r>
            <a:r>
              <a:rPr lang="ro-RO" sz="1600" b="1" dirty="0" err="1"/>
              <a:t>attention</a:t>
            </a:r>
            <a:r>
              <a:rPr lang="ro-RO" sz="1600" dirty="0"/>
              <a:t>, fără utilizarea convoluțiilor clasice</a:t>
            </a:r>
            <a:endParaRPr lang="en-US" sz="1600" dirty="0"/>
          </a:p>
          <a:p>
            <a:pPr lvl="1"/>
            <a:r>
              <a:rPr lang="ro-RO" sz="1600" dirty="0"/>
              <a:t>Imaginea de intrare este împărțită în </a:t>
            </a:r>
            <a:r>
              <a:rPr lang="ro-RO" sz="1600" b="1" dirty="0" err="1"/>
              <a:t>patch</a:t>
            </a:r>
            <a:r>
              <a:rPr lang="ro-RO" sz="1600" b="1" dirty="0"/>
              <a:t>-uri fixe</a:t>
            </a:r>
            <a:r>
              <a:rPr lang="ro-RO" sz="1600" dirty="0"/>
              <a:t>, care sunt tratate similar cu </a:t>
            </a:r>
            <a:r>
              <a:rPr lang="ro-RO" sz="1600" dirty="0" err="1"/>
              <a:t>tokenii</a:t>
            </a:r>
            <a:r>
              <a:rPr lang="ro-RO" sz="1600" dirty="0"/>
              <a:t> din NLP</a:t>
            </a:r>
            <a:endParaRPr lang="en-US" sz="1600" dirty="0"/>
          </a:p>
          <a:p>
            <a:pPr lvl="1"/>
            <a:r>
              <a:rPr lang="ro-RO" sz="1600" dirty="0"/>
              <a:t>Fiecare </a:t>
            </a:r>
            <a:r>
              <a:rPr lang="ro-RO" sz="1600" dirty="0" err="1"/>
              <a:t>patch</a:t>
            </a:r>
            <a:r>
              <a:rPr lang="ro-RO" sz="1600" dirty="0"/>
              <a:t> este transformat într-un vector numeric (</a:t>
            </a:r>
            <a:r>
              <a:rPr lang="ro-RO" sz="1600" dirty="0" err="1"/>
              <a:t>embedding</a:t>
            </a:r>
            <a:r>
              <a:rPr lang="ro-RO" sz="1600" dirty="0"/>
              <a:t>) și procesat de </a:t>
            </a:r>
            <a:r>
              <a:rPr lang="ro-RO" sz="1600" b="1" dirty="0" err="1"/>
              <a:t>Transformer</a:t>
            </a:r>
            <a:r>
              <a:rPr lang="ro-RO" sz="1600" b="1" dirty="0"/>
              <a:t> </a:t>
            </a:r>
            <a:r>
              <a:rPr lang="ro-RO" sz="1600" b="1" dirty="0" err="1"/>
              <a:t>Encoder</a:t>
            </a:r>
            <a:endParaRPr lang="en-US" sz="1600" b="1" dirty="0"/>
          </a:p>
          <a:p>
            <a:pPr lvl="1"/>
            <a:r>
              <a:rPr lang="it-IT" sz="1600" dirty="0"/>
              <a:t>Modelul învață </a:t>
            </a:r>
            <a:r>
              <a:rPr lang="it-IT" sz="1600" b="1" dirty="0"/>
              <a:t>relații globale</a:t>
            </a:r>
            <a:r>
              <a:rPr lang="it-IT" sz="1600" dirty="0"/>
              <a:t> între regiuni diferite ale imaginii</a:t>
            </a:r>
            <a:endParaRPr lang="en-US" sz="1600" dirty="0"/>
          </a:p>
        </p:txBody>
      </p:sp>
      <p:pic>
        <p:nvPicPr>
          <p:cNvPr id="7" name="Imagine 6" descr="O imagine care conține text, captură de ecran, diagramă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AAF5217B-405E-1908-7C59-3A795F0EA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2956270"/>
            <a:ext cx="11338560" cy="362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2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27B8-7A2A-6A10-B3A1-59E2EB32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B5B7B59-D96C-2495-7AFE-E62EBAE1D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495"/>
            <a:ext cx="9601200" cy="669985"/>
          </a:xfrm>
        </p:spPr>
        <p:txBody>
          <a:bodyPr rtlCol="0">
            <a:normAutofit/>
          </a:bodyPr>
          <a:lstStyle/>
          <a:p>
            <a:r>
              <a:rPr lang="en-US" sz="2000" dirty="0"/>
              <a:t>4.1 </a:t>
            </a:r>
            <a:r>
              <a:rPr lang="ro-RO" sz="2000" dirty="0" err="1"/>
              <a:t>Patch</a:t>
            </a:r>
            <a:r>
              <a:rPr lang="ro-RO" sz="2000" dirty="0"/>
              <a:t> </a:t>
            </a:r>
            <a:r>
              <a:rPr lang="ro-RO" sz="2000" dirty="0" err="1"/>
              <a:t>Embedding</a:t>
            </a:r>
            <a:r>
              <a:rPr lang="ro-RO" sz="2000" dirty="0"/>
              <a:t> &amp; </a:t>
            </a:r>
            <a:r>
              <a:rPr lang="ro-RO" sz="2000" dirty="0" err="1"/>
              <a:t>Positional</a:t>
            </a:r>
            <a:r>
              <a:rPr lang="ro-RO" sz="2000" dirty="0"/>
              <a:t> </a:t>
            </a:r>
            <a:r>
              <a:rPr lang="ro-RO" sz="2000" dirty="0" err="1"/>
              <a:t>Encoding</a:t>
            </a:r>
            <a:br>
              <a:rPr lang="ro-RO" sz="2000" dirty="0"/>
            </a:b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ubstituent conținut 3">
                <a:extLst>
                  <a:ext uri="{FF2B5EF4-FFF2-40B4-BE49-F238E27FC236}">
                    <a16:creationId xmlns:a16="http://schemas.microsoft.com/office/drawing/2014/main" id="{BD360F98-2F76-2F68-65E4-4103DDC3C5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" y="792480"/>
                <a:ext cx="6679428" cy="545572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o-RO" dirty="0" err="1"/>
                  <a:t>Patch</a:t>
                </a:r>
                <a:r>
                  <a:rPr lang="ro-RO" dirty="0"/>
                  <a:t> </a:t>
                </a:r>
                <a:r>
                  <a:rPr lang="ro-RO" dirty="0" err="1"/>
                  <a:t>size</a:t>
                </a:r>
                <a:r>
                  <a:rPr lang="ro-RO" dirty="0"/>
                  <a:t>: </a:t>
                </a:r>
                <a:r>
                  <a:rPr lang="ro-RO" b="1" dirty="0"/>
                  <a:t>4 × 4</a:t>
                </a:r>
                <a:endParaRPr lang="en-US" b="1" dirty="0"/>
              </a:p>
              <a:p>
                <a:pPr lvl="1"/>
                <a:r>
                  <a:rPr lang="it-IT" dirty="0"/>
                  <a:t>Imaginea de intrare are dimensiunea </a:t>
                </a:r>
                <a:r>
                  <a:rPr lang="it-IT" b="1" dirty="0"/>
                  <a:t>48 × 48 pixel</a:t>
                </a:r>
              </a:p>
              <a:p>
                <a:pPr lvl="1"/>
                <a:r>
                  <a:rPr lang="ro-RO" dirty="0"/>
                  <a:t>Este împărțită în regiuni mici, numite </a:t>
                </a:r>
                <a:r>
                  <a:rPr lang="ro-RO" b="1" dirty="0" err="1"/>
                  <a:t>patch</a:t>
                </a:r>
                <a:r>
                  <a:rPr lang="ro-RO" b="1" dirty="0"/>
                  <a:t>-uri</a:t>
                </a:r>
                <a:endParaRPr lang="en-US" b="1" dirty="0"/>
              </a:p>
              <a:p>
                <a:pPr lvl="1"/>
                <a:r>
                  <a:rPr lang="ro-RO" dirty="0"/>
                  <a:t>Fiecare </a:t>
                </a:r>
                <a:r>
                  <a:rPr lang="ro-RO" dirty="0" err="1"/>
                  <a:t>patch</a:t>
                </a:r>
                <a:r>
                  <a:rPr lang="ro-RO" dirty="0"/>
                  <a:t> reprezintă o zonă locală a feței (ochi, gură, sprâncene)</a:t>
                </a:r>
                <a:endParaRPr lang="en-US" b="1" dirty="0"/>
              </a:p>
              <a:p>
                <a:r>
                  <a:rPr lang="ro-RO" dirty="0"/>
                  <a:t>Număr </a:t>
                </a:r>
                <a:r>
                  <a:rPr lang="ro-RO" dirty="0" err="1"/>
                  <a:t>patch</a:t>
                </a:r>
                <a:r>
                  <a:rPr lang="ro-RO" dirty="0"/>
                  <a:t>-uri: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ro-RO" dirty="0"/>
                  <a:t>Fiecare </a:t>
                </a:r>
                <a:r>
                  <a:rPr lang="ro-RO" dirty="0" err="1"/>
                  <a:t>patch</a:t>
                </a:r>
                <a:r>
                  <a:rPr lang="ro-RO" dirty="0"/>
                  <a:t> → </a:t>
                </a:r>
                <a:r>
                  <a:rPr lang="ro-RO" dirty="0" err="1"/>
                  <a:t>embedding</a:t>
                </a:r>
                <a:r>
                  <a:rPr lang="ro-RO" dirty="0"/>
                  <a:t> </a:t>
                </a:r>
                <a:r>
                  <a:rPr lang="ro-RO" b="1" dirty="0"/>
                  <a:t>256 </a:t>
                </a:r>
                <a:r>
                  <a:rPr lang="ro-RO" b="1" dirty="0" err="1"/>
                  <a:t>dim</a:t>
                </a:r>
                <a:endParaRPr lang="en-US" b="1" dirty="0"/>
              </a:p>
              <a:p>
                <a:pPr lvl="1"/>
                <a:r>
                  <a:rPr lang="it-IT" dirty="0"/>
                  <a:t>Patch-urile sunt transformate în vectori numerici cu </a:t>
                </a:r>
                <a:r>
                  <a:rPr lang="ro-RO" dirty="0"/>
                  <a:t>Conv2D</a:t>
                </a:r>
                <a:endParaRPr lang="en-US" dirty="0"/>
              </a:p>
              <a:p>
                <a:pPr lvl="1"/>
                <a:r>
                  <a:rPr lang="en-US" b="1" dirty="0"/>
                  <a:t>Patch = token </a:t>
                </a:r>
                <a:r>
                  <a:rPr lang="en-US" b="1" dirty="0" err="1"/>
                  <a:t>vizual</a:t>
                </a:r>
                <a:endParaRPr lang="en-US" b="1" dirty="0"/>
              </a:p>
              <a:p>
                <a:r>
                  <a:rPr lang="ro-RO" dirty="0" err="1"/>
                  <a:t>Positional</a:t>
                </a:r>
                <a:r>
                  <a:rPr lang="ro-RO" dirty="0"/>
                  <a:t> </a:t>
                </a:r>
                <a:r>
                  <a:rPr lang="ro-RO" dirty="0" err="1"/>
                  <a:t>Encoding</a:t>
                </a:r>
                <a:r>
                  <a:rPr lang="ro-RO" dirty="0"/>
                  <a:t>:</a:t>
                </a:r>
                <a:endParaRPr lang="en-US" dirty="0"/>
              </a:p>
              <a:p>
                <a:pPr lvl="1"/>
                <a:r>
                  <a:rPr lang="ro-RO" dirty="0"/>
                  <a:t>adaugă informația spațială</a:t>
                </a:r>
                <a:endParaRPr lang="en-US" dirty="0"/>
              </a:p>
              <a:p>
                <a:pPr lvl="1"/>
                <a:r>
                  <a:rPr lang="en-US" dirty="0" err="1"/>
                  <a:t>necesar</a:t>
                </a:r>
                <a:r>
                  <a:rPr lang="en-US" dirty="0"/>
                  <a:t> </a:t>
                </a:r>
                <a:r>
                  <a:rPr lang="en-US" dirty="0" err="1"/>
                  <a:t>deoarece</a:t>
                </a:r>
                <a:r>
                  <a:rPr lang="en-US" dirty="0"/>
                  <a:t> self-attention nu </a:t>
                </a:r>
                <a:r>
                  <a:rPr lang="en-US" dirty="0" err="1"/>
                  <a:t>știe</a:t>
                </a:r>
                <a:r>
                  <a:rPr lang="en-US" dirty="0"/>
                  <a:t> </a:t>
                </a:r>
                <a:r>
                  <a:rPr lang="en-US" dirty="0" err="1"/>
                  <a:t>poziția</a:t>
                </a:r>
                <a:endParaRPr lang="en-US" dirty="0"/>
              </a:p>
              <a:p>
                <a:pPr lvl="1"/>
                <a:r>
                  <a:rPr lang="it-IT" dirty="0"/>
                  <a:t>Diferențiază patch-uri din zone diferite ale feței</a:t>
                </a:r>
                <a:endParaRPr lang="ro-RO" dirty="0"/>
              </a:p>
              <a:p>
                <a:pPr lvl="1"/>
                <a:endParaRPr lang="ar-AE" dirty="0"/>
              </a:p>
              <a:p>
                <a:pPr lvl="1"/>
                <a:endParaRPr lang="en-US" sz="1600" b="1" dirty="0"/>
              </a:p>
              <a:p>
                <a:pPr lvl="1"/>
                <a:endParaRPr lang="en-US" sz="1600" dirty="0"/>
              </a:p>
            </p:txBody>
          </p:sp>
        </mc:Choice>
        <mc:Fallback>
          <p:sp>
            <p:nvSpPr>
              <p:cNvPr id="4" name="Substituent conținut 3">
                <a:extLst>
                  <a:ext uri="{FF2B5EF4-FFF2-40B4-BE49-F238E27FC236}">
                    <a16:creationId xmlns:a16="http://schemas.microsoft.com/office/drawing/2014/main" id="{BD360F98-2F76-2F68-65E4-4103DDC3C5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" y="792480"/>
                <a:ext cx="6679428" cy="5455726"/>
              </a:xfrm>
              <a:blipFill>
                <a:blip r:embed="rId3"/>
                <a:stretch>
                  <a:fillRect l="-821" t="-156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ine 9" descr="O imagine care conține text, captură de ecran, software&#10;&#10;Conținutul generat de inteligența artificială poate fi incorect.">
            <a:extLst>
              <a:ext uri="{FF2B5EF4-FFF2-40B4-BE49-F238E27FC236}">
                <a16:creationId xmlns:a16="http://schemas.microsoft.com/office/drawing/2014/main" id="{8F71854D-A2BE-2DAE-D89A-609CE194A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367" y="457487"/>
            <a:ext cx="4734738" cy="545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6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E6CE-9568-571F-87D3-DE62A0FF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1A89142-1323-66B0-DC1B-B811CBECE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0748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US" sz="2400" dirty="0"/>
              <a:t>4.2 </a:t>
            </a:r>
            <a:r>
              <a:rPr lang="ro-RO" sz="2400" dirty="0" err="1"/>
              <a:t>Transformer</a:t>
            </a:r>
            <a:r>
              <a:rPr lang="ro-RO" sz="2400" dirty="0"/>
              <a:t> </a:t>
            </a:r>
            <a:r>
              <a:rPr lang="ro-RO" sz="2400" dirty="0" err="1"/>
              <a:t>Encoder</a:t>
            </a:r>
            <a:br>
              <a:rPr lang="ro-RO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ubstituent conținut 3">
                <a:extLst>
                  <a:ext uri="{FF2B5EF4-FFF2-40B4-BE49-F238E27FC236}">
                    <a16:creationId xmlns:a16="http://schemas.microsoft.com/office/drawing/2014/main" id="{43D34C6E-691F-EBAB-9193-DEBE65D9A47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22216" y="687197"/>
                <a:ext cx="6596027" cy="579311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o-RO" dirty="0"/>
                  <a:t>Procesează secvența de </a:t>
                </a:r>
                <a:r>
                  <a:rPr lang="ro-RO" dirty="0" err="1"/>
                  <a:t>patch</a:t>
                </a:r>
                <a:r>
                  <a:rPr lang="ro-RO" dirty="0"/>
                  <a:t>-uri</a:t>
                </a:r>
                <a:endParaRPr lang="en-US" dirty="0"/>
              </a:p>
              <a:p>
                <a:r>
                  <a:rPr lang="it-IT" dirty="0"/>
                  <a:t>Învață </a:t>
                </a:r>
                <a:r>
                  <a:rPr lang="it-IT" b="1" dirty="0"/>
                  <a:t>relații globale</a:t>
                </a:r>
                <a:r>
                  <a:rPr lang="it-IT" dirty="0"/>
                  <a:t> între regiuni diferite ale imagini</a:t>
                </a:r>
              </a:p>
              <a:p>
                <a:r>
                  <a:rPr lang="en-US" dirty="0"/>
                  <a:t>S</a:t>
                </a:r>
                <a:r>
                  <a:rPr lang="ro-RO" dirty="0"/>
                  <a:t>elf-</a:t>
                </a:r>
                <a:r>
                  <a:rPr lang="ro-RO" dirty="0" err="1"/>
                  <a:t>Attention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it-IT" dirty="0"/>
                  <a:t>Fiecare patch „se uită” la toate celelalte patch-uri</a:t>
                </a:r>
              </a:p>
              <a:p>
                <a:pPr lvl="1"/>
                <a:r>
                  <a:rPr lang="ro-RO" dirty="0"/>
                  <a:t>Decide </a:t>
                </a:r>
                <a:r>
                  <a:rPr lang="ro-RO" b="1" dirty="0"/>
                  <a:t>ce este important</a:t>
                </a:r>
                <a:r>
                  <a:rPr lang="ro-RO" dirty="0"/>
                  <a:t> și </a:t>
                </a:r>
                <a:r>
                  <a:rPr lang="ro-RO" b="1" dirty="0"/>
                  <a:t>cât de mult</a:t>
                </a:r>
                <a:endParaRPr lang="en-US" b="1" dirty="0"/>
              </a:p>
              <a:p>
                <a:pPr lvl="1"/>
                <a:r>
                  <a:rPr lang="ro-RO" dirty="0"/>
                  <a:t>Permite captarea relațiilor globale</a:t>
                </a:r>
                <a:endParaRPr lang="en-US" dirty="0"/>
              </a:p>
              <a:p>
                <a:r>
                  <a:rPr lang="ro-RO" dirty="0" err="1"/>
                  <a:t>Multi-Head</a:t>
                </a:r>
                <a:r>
                  <a:rPr lang="ro-RO" dirty="0"/>
                  <a:t> Self-</a:t>
                </a:r>
                <a:r>
                  <a:rPr lang="ro-RO" dirty="0" err="1"/>
                  <a:t>Attention</a:t>
                </a:r>
                <a:r>
                  <a:rPr lang="en-US" dirty="0"/>
                  <a:t> = Mai </a:t>
                </a:r>
                <a:r>
                  <a:rPr lang="en-US" dirty="0" err="1"/>
                  <a:t>multe</a:t>
                </a:r>
                <a:r>
                  <a:rPr lang="en-US" dirty="0"/>
                  <a:t> perspective </a:t>
                </a:r>
                <a:r>
                  <a:rPr lang="en-US" dirty="0" err="1"/>
                  <a:t>simultan</a:t>
                </a:r>
                <a:endParaRPr lang="en-US" dirty="0"/>
              </a:p>
              <a:p>
                <a:pPr lvl="1"/>
                <a:r>
                  <a:rPr lang="ro-RO" sz="2000" dirty="0"/>
                  <a:t>4 </a:t>
                </a:r>
                <a:r>
                  <a:rPr lang="ro-RO" sz="2000" dirty="0" err="1"/>
                  <a:t>head</a:t>
                </a:r>
                <a:r>
                  <a:rPr lang="ro-RO" sz="2000" dirty="0"/>
                  <a:t>-uri</a:t>
                </a:r>
                <a:endParaRPr lang="en-US" sz="2000" dirty="0"/>
              </a:p>
              <a:p>
                <a:pPr lvl="1"/>
                <a:r>
                  <a:rPr lang="ro-RO" sz="2000" dirty="0"/>
                  <a:t>Fiecare </a:t>
                </a:r>
                <a:r>
                  <a:rPr lang="ro-RO" sz="2000" dirty="0" err="1"/>
                  <a:t>head</a:t>
                </a:r>
                <a:r>
                  <a:rPr lang="ro-RO" sz="2000" dirty="0"/>
                  <a:t> învață un tip diferit de relație</a:t>
                </a:r>
                <a:endParaRPr lang="en-US" sz="2000" dirty="0"/>
              </a:p>
              <a:p>
                <a:r>
                  <a:rPr lang="ro-RO" dirty="0"/>
                  <a:t>MLP</a:t>
                </a:r>
                <a:r>
                  <a:rPr lang="en-US" dirty="0"/>
                  <a:t> – </a:t>
                </a:r>
                <a:r>
                  <a:rPr lang="ro-RO" dirty="0"/>
                  <a:t>Aplicată </a:t>
                </a:r>
                <a:r>
                  <a:rPr lang="ro-RO" b="1" dirty="0"/>
                  <a:t>independent pe fiecare </a:t>
                </a:r>
                <a:r>
                  <a:rPr lang="ro-RO" b="1" dirty="0" err="1"/>
                  <a:t>token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000"/>
                      <m:t>dimensiune</m:t>
                    </m:r>
                    <m:r>
                      <m:rPr>
                        <m:nor/>
                      </m:rPr>
                      <a:rPr lang="ro-RO" sz="2000"/>
                      <m:t> </m:t>
                    </m:r>
                    <m:r>
                      <m:rPr>
                        <m:nor/>
                      </m:rPr>
                      <a:rPr lang="ro-RO" sz="2000"/>
                      <m:t>ascuns</m:t>
                    </m:r>
                    <m:r>
                      <m:rPr>
                        <m:nor/>
                      </m:rPr>
                      <a:rPr lang="ro-RO" sz="2000"/>
                      <m:t>ă: </m:t>
                    </m:r>
                    <m:r>
                      <m:rPr>
                        <m:nor/>
                      </m:rPr>
                      <a:rPr lang="ro-RO" sz="2000"/>
                      <m:t>512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ro-RO" sz="2000" dirty="0"/>
                  <a:t>Funcție de activare: </a:t>
                </a:r>
                <a:r>
                  <a:rPr lang="ro-RO" sz="2000" b="1" dirty="0"/>
                  <a:t>GELU</a:t>
                </a:r>
                <a:endParaRPr lang="en-US" sz="2000" dirty="0"/>
              </a:p>
              <a:p>
                <a:r>
                  <a:rPr lang="ro-RO" dirty="0" err="1"/>
                  <a:t>Residual</a:t>
                </a:r>
                <a:r>
                  <a:rPr lang="ro-RO" dirty="0"/>
                  <a:t> </a:t>
                </a:r>
                <a:r>
                  <a:rPr lang="ro-RO" dirty="0" err="1"/>
                  <a:t>connections</a:t>
                </a:r>
                <a:r>
                  <a:rPr lang="ro-RO" dirty="0"/>
                  <a:t> + </a:t>
                </a:r>
                <a:r>
                  <a:rPr lang="ro-RO" dirty="0" err="1"/>
                  <a:t>LayerNorm</a:t>
                </a:r>
                <a:endParaRPr lang="en-US" dirty="0"/>
              </a:p>
              <a:p>
                <a:r>
                  <a:rPr lang="ro-RO" dirty="0" err="1"/>
                  <a:t>Dropout</a:t>
                </a:r>
                <a:r>
                  <a:rPr lang="ro-RO" dirty="0"/>
                  <a:t> = 0.1</a:t>
                </a:r>
                <a:endParaRPr lang="en-US" dirty="0"/>
              </a:p>
              <a:p>
                <a:r>
                  <a:rPr lang="ro-RO" dirty="0"/>
                  <a:t>Blocul este repetat de </a:t>
                </a:r>
                <a:r>
                  <a:rPr lang="ro-RO" b="1" dirty="0"/>
                  <a:t>6 ori</a:t>
                </a:r>
                <a:r>
                  <a:rPr lang="en-US" b="1" dirty="0"/>
                  <a:t>: </a:t>
                </a:r>
                <a:r>
                  <a:rPr lang="ro-RO" sz="2000" dirty="0"/>
                  <a:t>DEPTH = 6</a:t>
                </a:r>
                <a:endParaRPr lang="ar-AE" sz="2000" dirty="0"/>
              </a:p>
              <a:p>
                <a:pPr lvl="1"/>
                <a:endParaRPr lang="en-US" sz="2000" b="1" dirty="0"/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4" name="Substituent conținut 3">
                <a:extLst>
                  <a:ext uri="{FF2B5EF4-FFF2-40B4-BE49-F238E27FC236}">
                    <a16:creationId xmlns:a16="http://schemas.microsoft.com/office/drawing/2014/main" id="{43D34C6E-691F-EBAB-9193-DEBE65D9A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2216" y="687197"/>
                <a:ext cx="6596027" cy="5793115"/>
              </a:xfrm>
              <a:blipFill>
                <a:blip r:embed="rId3"/>
                <a:stretch>
                  <a:fillRect l="-462" t="-168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ine 7" descr="O imagine care conține text, captură de ecran, software, Font&#10;&#10;Conținutul generat de inteligența artificială poate fi incorect.">
            <a:extLst>
              <a:ext uri="{FF2B5EF4-FFF2-40B4-BE49-F238E27FC236}">
                <a16:creationId xmlns:a16="http://schemas.microsoft.com/office/drawing/2014/main" id="{FB2335F6-A954-16BA-DD93-66F9767AF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575" y="687197"/>
            <a:ext cx="5422209" cy="53268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4481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FCEB1-BF2C-951D-BDDB-58E2DD9F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E534993-8BDC-BC79-E582-ABCF04C9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632" y="-43016"/>
            <a:ext cx="9601200" cy="1142385"/>
          </a:xfrm>
        </p:spPr>
        <p:txBody>
          <a:bodyPr rtlCol="0" anchor="b">
            <a:normAutofit/>
          </a:bodyPr>
          <a:lstStyle/>
          <a:p>
            <a:r>
              <a:rPr lang="en-US" sz="2400" dirty="0"/>
              <a:t>4.3 </a:t>
            </a:r>
            <a:r>
              <a:rPr lang="ro-RO" sz="2400" dirty="0"/>
              <a:t>Clasificare</a:t>
            </a:r>
            <a:br>
              <a:rPr lang="ro-RO" dirty="0"/>
            </a:br>
            <a:endParaRPr lang="en-US" dirty="0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AF304FD-90EA-12A0-3F9A-34ABA64C2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632" y="695605"/>
            <a:ext cx="6047775" cy="5801644"/>
          </a:xfrm>
        </p:spPr>
        <p:txBody>
          <a:bodyPr>
            <a:normAutofit/>
          </a:bodyPr>
          <a:lstStyle/>
          <a:p>
            <a:r>
              <a:rPr lang="ro-RO" dirty="0"/>
              <a:t>Transformă reprezentarea învățată într-o </a:t>
            </a:r>
            <a:r>
              <a:rPr lang="ro-RO" b="1" dirty="0"/>
              <a:t>decizie finală</a:t>
            </a:r>
            <a:endParaRPr lang="en-US" b="1" dirty="0"/>
          </a:p>
          <a:p>
            <a:r>
              <a:rPr lang="ro-RO" dirty="0" err="1"/>
              <a:t>Token</a:t>
            </a:r>
            <a:r>
              <a:rPr lang="ro-RO" dirty="0"/>
              <a:t> special </a:t>
            </a:r>
            <a:r>
              <a:rPr lang="ro-RO" b="1" dirty="0"/>
              <a:t>[CLS]</a:t>
            </a:r>
            <a:endParaRPr lang="en-US" b="1" dirty="0"/>
          </a:p>
          <a:p>
            <a:pPr lvl="1"/>
            <a:r>
              <a:rPr lang="ro-RO" dirty="0" err="1"/>
              <a:t>Token</a:t>
            </a:r>
            <a:r>
              <a:rPr lang="ro-RO" dirty="0"/>
              <a:t> artificial, </a:t>
            </a:r>
            <a:r>
              <a:rPr lang="ro-RO" b="1" dirty="0"/>
              <a:t>nu provine din imagine</a:t>
            </a:r>
            <a:endParaRPr lang="en-US" b="1" dirty="0"/>
          </a:p>
          <a:p>
            <a:pPr lvl="1"/>
            <a:r>
              <a:rPr lang="ro-RO" dirty="0"/>
              <a:t>Este adăugat la începutul secvenței de </a:t>
            </a:r>
            <a:r>
              <a:rPr lang="ro-RO" dirty="0" err="1"/>
              <a:t>patch</a:t>
            </a:r>
            <a:r>
              <a:rPr lang="ro-RO" dirty="0"/>
              <a:t>-uri</a:t>
            </a:r>
            <a:endParaRPr lang="en-US" dirty="0"/>
          </a:p>
          <a:p>
            <a:pPr lvl="1"/>
            <a:r>
              <a:rPr lang="pt-BR" dirty="0"/>
              <a:t>Are rolul de a </a:t>
            </a:r>
            <a:r>
              <a:rPr lang="pt-BR" b="1" dirty="0"/>
              <a:t>agrega informația globală</a:t>
            </a:r>
            <a:r>
              <a:rPr lang="pt-BR" dirty="0"/>
              <a:t> a imaginii</a:t>
            </a:r>
            <a:endParaRPr lang="en-US" b="1" dirty="0"/>
          </a:p>
          <a:p>
            <a:r>
              <a:rPr lang="ro-RO" dirty="0"/>
              <a:t>Reprezentare finală:</a:t>
            </a:r>
            <a:endParaRPr lang="en-US" dirty="0"/>
          </a:p>
          <a:p>
            <a:pPr lvl="1"/>
            <a:r>
              <a:rPr lang="ro-RO" dirty="0"/>
              <a:t>50% CLS</a:t>
            </a:r>
            <a:endParaRPr lang="en-US" dirty="0"/>
          </a:p>
          <a:p>
            <a:pPr lvl="2"/>
            <a:r>
              <a:rPr lang="ro-RO" dirty="0"/>
              <a:t>Conține informație globală concentrată</a:t>
            </a:r>
            <a:endParaRPr lang="en-US" dirty="0"/>
          </a:p>
          <a:p>
            <a:pPr lvl="2"/>
            <a:r>
              <a:rPr lang="ro-RO" dirty="0"/>
              <a:t>Rezumat al întregii imagini</a:t>
            </a:r>
            <a:endParaRPr lang="en-US" dirty="0"/>
          </a:p>
          <a:p>
            <a:pPr lvl="1"/>
            <a:r>
              <a:rPr lang="ro-RO" dirty="0"/>
              <a:t>50% media </a:t>
            </a:r>
            <a:r>
              <a:rPr lang="ro-RO" dirty="0" err="1"/>
              <a:t>patch</a:t>
            </a:r>
            <a:r>
              <a:rPr lang="ro-RO" dirty="0"/>
              <a:t>-urilor</a:t>
            </a:r>
            <a:endParaRPr lang="en-US" dirty="0"/>
          </a:p>
          <a:p>
            <a:pPr lvl="2"/>
            <a:r>
              <a:rPr lang="it-IT" dirty="0"/>
              <a:t>Informație distribuită în toate patch-urile</a:t>
            </a:r>
          </a:p>
          <a:p>
            <a:pPr lvl="2"/>
            <a:r>
              <a:rPr lang="es-ES" dirty="0"/>
              <a:t>Reduce dependența de un singur token</a:t>
            </a:r>
            <a:endParaRPr lang="en-US" dirty="0"/>
          </a:p>
          <a:p>
            <a:r>
              <a:rPr lang="ro-RO" dirty="0"/>
              <a:t>MLP </a:t>
            </a:r>
            <a:r>
              <a:rPr lang="ro-RO" dirty="0" err="1"/>
              <a:t>Head</a:t>
            </a:r>
            <a:r>
              <a:rPr lang="ro-RO" dirty="0"/>
              <a:t> → </a:t>
            </a:r>
            <a:r>
              <a:rPr lang="ro-RO" b="1" dirty="0"/>
              <a:t>7 clase emoționale</a:t>
            </a:r>
            <a:endParaRPr lang="en-US" dirty="0"/>
          </a:p>
          <a:p>
            <a:pPr marL="274320" lvl="1" indent="0">
              <a:buNone/>
            </a:pPr>
            <a:endParaRPr lang="en-US" b="1" dirty="0"/>
          </a:p>
          <a:p>
            <a:pPr lvl="1"/>
            <a:endParaRPr lang="en-US" sz="2000" dirty="0"/>
          </a:p>
        </p:txBody>
      </p:sp>
      <p:sp>
        <p:nvSpPr>
          <p:cNvPr id="3" name="AutoShape 2" descr="Imagine încărcată">
            <a:extLst>
              <a:ext uri="{FF2B5EF4-FFF2-40B4-BE49-F238E27FC236}">
                <a16:creationId xmlns:a16="http://schemas.microsoft.com/office/drawing/2014/main" id="{35D9A461-CC73-8CC5-DBDB-913BFB78C5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8650" y="0"/>
            <a:ext cx="5854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6" name="Imagine 5" descr="O imagine care conține text, captură de ecran, software&#10;&#10;Conținutul generat de inteligența artificială poate fi incorect.">
            <a:extLst>
              <a:ext uri="{FF2B5EF4-FFF2-40B4-BE49-F238E27FC236}">
                <a16:creationId xmlns:a16="http://schemas.microsoft.com/office/drawing/2014/main" id="{5F81A95A-7210-7676-EB3F-6912F2383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850" y="528177"/>
            <a:ext cx="4953000" cy="580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8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336B-E5C2-B54C-C4AE-27E3C34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0271296-81AF-0C14-F011-8C66D2C2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79" y="-76200"/>
            <a:ext cx="9601200" cy="914593"/>
          </a:xfrm>
        </p:spPr>
        <p:txBody>
          <a:bodyPr rtlCol="0"/>
          <a:lstStyle/>
          <a:p>
            <a:r>
              <a:rPr lang="en-US" sz="2800" dirty="0"/>
              <a:t>5. </a:t>
            </a:r>
            <a:r>
              <a:rPr lang="ro-RO" sz="2800" dirty="0"/>
              <a:t>Setări de antrenare &amp; strategie de învățare</a:t>
            </a:r>
            <a:endParaRPr lang="en-US" sz="2800" dirty="0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898950C0-52C9-0F33-6D79-8AE3B6A97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79" y="838393"/>
            <a:ext cx="11598442" cy="55064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lvl="1"/>
            <a:r>
              <a:rPr lang="ro-RO" sz="2000" dirty="0"/>
              <a:t>Setări de antrenare</a:t>
            </a:r>
            <a:endParaRPr lang="en-US" sz="2000" dirty="0"/>
          </a:p>
          <a:p>
            <a:pPr lvl="2"/>
            <a:r>
              <a:rPr lang="ro-RO" sz="1800" dirty="0" err="1"/>
              <a:t>Batch</a:t>
            </a:r>
            <a:r>
              <a:rPr lang="ro-RO" sz="1800" dirty="0"/>
              <a:t> </a:t>
            </a:r>
            <a:r>
              <a:rPr lang="ro-RO" sz="1800" dirty="0" err="1"/>
              <a:t>size</a:t>
            </a:r>
            <a:r>
              <a:rPr lang="ro-RO" sz="1800" dirty="0"/>
              <a:t>: </a:t>
            </a:r>
            <a:r>
              <a:rPr lang="ro-RO" sz="1800" b="1" dirty="0"/>
              <a:t>64</a:t>
            </a:r>
            <a:endParaRPr lang="en-US" sz="1800" b="1" dirty="0"/>
          </a:p>
          <a:p>
            <a:pPr lvl="2"/>
            <a:r>
              <a:rPr lang="ro-RO" sz="1800" dirty="0"/>
              <a:t>Număr epoci: </a:t>
            </a:r>
            <a:r>
              <a:rPr lang="ro-RO" sz="1800" b="1" dirty="0"/>
              <a:t>45</a:t>
            </a:r>
            <a:endParaRPr lang="en-US" sz="1800" b="1" dirty="0"/>
          </a:p>
          <a:p>
            <a:pPr lvl="2"/>
            <a:r>
              <a:rPr lang="ro-RO" sz="1800" dirty="0" err="1"/>
              <a:t>Optimizer</a:t>
            </a:r>
            <a:r>
              <a:rPr lang="ro-RO" sz="1800" dirty="0"/>
              <a:t>: </a:t>
            </a:r>
            <a:r>
              <a:rPr lang="ro-RO" sz="1800" b="1" dirty="0" err="1"/>
              <a:t>AdamW</a:t>
            </a:r>
            <a:endParaRPr lang="en-US" sz="1800" b="1" dirty="0"/>
          </a:p>
          <a:p>
            <a:pPr lvl="2"/>
            <a:r>
              <a:rPr lang="en-US" sz="1800" dirty="0"/>
              <a:t>Learning rate </a:t>
            </a:r>
            <a:r>
              <a:rPr lang="en-US" sz="1800" dirty="0" err="1"/>
              <a:t>inițial</a:t>
            </a:r>
            <a:r>
              <a:rPr lang="en-US" sz="1800" dirty="0"/>
              <a:t>: </a:t>
            </a:r>
            <a:r>
              <a:rPr lang="en-US" sz="1800" b="1" dirty="0"/>
              <a:t>2 × 10⁻⁴</a:t>
            </a:r>
          </a:p>
          <a:p>
            <a:pPr lvl="2"/>
            <a:r>
              <a:rPr lang="en-US" sz="1800" dirty="0"/>
              <a:t>Weight decay: </a:t>
            </a:r>
            <a:r>
              <a:rPr lang="en-US" sz="1800" b="1" dirty="0"/>
              <a:t>1 × 10⁻²</a:t>
            </a:r>
          </a:p>
          <a:p>
            <a:pPr lvl="2"/>
            <a:r>
              <a:rPr lang="ro-RO" sz="1800" dirty="0"/>
              <a:t>Gradient </a:t>
            </a:r>
            <a:r>
              <a:rPr lang="ro-RO" sz="1800" dirty="0" err="1"/>
              <a:t>clipping</a:t>
            </a:r>
            <a:r>
              <a:rPr lang="ro-RO" sz="1800" dirty="0"/>
              <a:t>: </a:t>
            </a:r>
            <a:r>
              <a:rPr lang="ro-RO" sz="1800" b="1" dirty="0"/>
              <a:t>1.0</a:t>
            </a:r>
            <a:endParaRPr lang="en-US" sz="1800" b="1" dirty="0"/>
          </a:p>
          <a:p>
            <a:pPr lvl="2"/>
            <a:r>
              <a:rPr lang="ro-RO" sz="1800" dirty="0" err="1"/>
              <a:t>Seed</a:t>
            </a:r>
            <a:r>
              <a:rPr lang="ro-RO" sz="1800" dirty="0"/>
              <a:t> fix: </a:t>
            </a:r>
            <a:r>
              <a:rPr lang="ro-RO" sz="1800" b="1" dirty="0"/>
              <a:t>42</a:t>
            </a:r>
            <a:endParaRPr lang="en-US" sz="1800" b="1" dirty="0"/>
          </a:p>
          <a:p>
            <a:pPr lvl="2"/>
            <a:r>
              <a:rPr lang="ro-RO" sz="1800" dirty="0"/>
              <a:t>Fine-</a:t>
            </a:r>
            <a:r>
              <a:rPr lang="ro-RO" sz="1800" dirty="0" err="1"/>
              <a:t>tuning</a:t>
            </a:r>
            <a:r>
              <a:rPr lang="ro-RO" sz="1800" dirty="0"/>
              <a:t>:</a:t>
            </a:r>
            <a:endParaRPr lang="en-US" sz="1800" dirty="0"/>
          </a:p>
          <a:p>
            <a:pPr lvl="3"/>
            <a:r>
              <a:rPr lang="ro-RO" sz="1600" dirty="0"/>
              <a:t>LR redus: </a:t>
            </a:r>
            <a:r>
              <a:rPr lang="ro-RO" sz="1600" b="1" dirty="0"/>
              <a:t>5 × 10⁻⁵</a:t>
            </a:r>
            <a:endParaRPr lang="en-US" sz="1600" b="1" dirty="0"/>
          </a:p>
          <a:p>
            <a:pPr lvl="3"/>
            <a:r>
              <a:rPr lang="en-US" sz="1600" dirty="0" err="1"/>
              <a:t>Încă</a:t>
            </a:r>
            <a:r>
              <a:rPr lang="en-US" sz="1600" dirty="0"/>
              <a:t> 2 </a:t>
            </a:r>
            <a:r>
              <a:rPr lang="en-US" sz="1600" dirty="0" err="1"/>
              <a:t>epoci</a:t>
            </a:r>
            <a:endParaRPr lang="en-US" sz="1600" dirty="0"/>
          </a:p>
          <a:p>
            <a:pPr lvl="2"/>
            <a:r>
              <a:rPr lang="it-IT" sz="1800" dirty="0"/>
              <a:t>Salvarea celui mai bun model:</a:t>
            </a:r>
          </a:p>
          <a:p>
            <a:pPr lvl="3"/>
            <a:r>
              <a:rPr lang="ro-RO" sz="1600" dirty="0"/>
              <a:t>minim </a:t>
            </a:r>
            <a:r>
              <a:rPr lang="ro-RO" sz="1600" dirty="0" err="1"/>
              <a:t>validation</a:t>
            </a:r>
            <a:r>
              <a:rPr lang="ro-RO" sz="1600" dirty="0"/>
              <a:t> </a:t>
            </a:r>
            <a:r>
              <a:rPr lang="ro-RO" sz="1600" dirty="0" err="1"/>
              <a:t>loss</a:t>
            </a:r>
            <a:endParaRPr lang="en-US" sz="1600" dirty="0"/>
          </a:p>
          <a:p>
            <a:pPr marL="731520" lvl="3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8858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CDE02-DF15-BBDA-6D03-8953A864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2E9FE8-D9C1-0B78-2C88-B2070C07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" y="-275366"/>
            <a:ext cx="9601200" cy="914593"/>
          </a:xfrm>
        </p:spPr>
        <p:txBody>
          <a:bodyPr rtlCol="0"/>
          <a:lstStyle/>
          <a:p>
            <a:r>
              <a:rPr lang="en-US" sz="2800" dirty="0"/>
              <a:t>6. </a:t>
            </a:r>
            <a:r>
              <a:rPr lang="ro-RO" sz="2800" dirty="0"/>
              <a:t>Rezultate experimentale</a:t>
            </a:r>
            <a:endParaRPr lang="en-US" sz="2800" dirty="0"/>
          </a:p>
        </p:txBody>
      </p:sp>
      <p:pic>
        <p:nvPicPr>
          <p:cNvPr id="5" name="Imagine 4" descr="O imagine care conține text, captură de ecran, alb și negru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ACEA7A85-9269-8BBC-A87C-396CE077F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59" y="2671780"/>
            <a:ext cx="10916882" cy="4042722"/>
          </a:xfrm>
          <a:prstGeom prst="rect">
            <a:avLst/>
          </a:prstGeom>
        </p:spPr>
      </p:pic>
      <p:sp>
        <p:nvSpPr>
          <p:cNvPr id="6" name="Substituent conținut 3">
            <a:extLst>
              <a:ext uri="{FF2B5EF4-FFF2-40B4-BE49-F238E27FC236}">
                <a16:creationId xmlns:a16="http://schemas.microsoft.com/office/drawing/2014/main" id="{5510479D-3DAD-1C55-454C-2D20CF98A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8745" y="773120"/>
            <a:ext cx="6504975" cy="4042721"/>
          </a:xfrm>
        </p:spPr>
        <p:txBody>
          <a:bodyPr>
            <a:normAutofit/>
          </a:bodyPr>
          <a:lstStyle/>
          <a:p>
            <a:r>
              <a:rPr lang="en-US" b="1" dirty="0"/>
              <a:t>Cel </a:t>
            </a:r>
            <a:r>
              <a:rPr lang="en-US" b="1" dirty="0" err="1"/>
              <a:t>mai</a:t>
            </a:r>
            <a:r>
              <a:rPr lang="en-US" b="1" dirty="0"/>
              <a:t> bun model: </a:t>
            </a:r>
            <a:r>
              <a:rPr lang="ro-RO" b="1" dirty="0"/>
              <a:t>Epoca:</a:t>
            </a:r>
            <a:r>
              <a:rPr lang="ro-RO" dirty="0"/>
              <a:t> 47</a:t>
            </a:r>
            <a:r>
              <a:rPr lang="en-US" dirty="0"/>
              <a:t> (ultima)</a:t>
            </a:r>
          </a:p>
          <a:p>
            <a:r>
              <a:rPr lang="ro-RO" b="1" dirty="0" err="1"/>
              <a:t>Validation</a:t>
            </a:r>
            <a:r>
              <a:rPr lang="ro-RO" b="1" dirty="0"/>
              <a:t> </a:t>
            </a:r>
            <a:r>
              <a:rPr lang="ro-RO" b="1" dirty="0" err="1"/>
              <a:t>Accuracy</a:t>
            </a:r>
            <a:r>
              <a:rPr lang="ro-RO" b="1" dirty="0"/>
              <a:t>:</a:t>
            </a:r>
            <a:r>
              <a:rPr lang="ro-RO" dirty="0"/>
              <a:t> </a:t>
            </a:r>
            <a:r>
              <a:rPr lang="ro-RO" b="1" dirty="0"/>
              <a:t>91.9%</a:t>
            </a:r>
            <a:endParaRPr lang="en-US" b="1" dirty="0"/>
          </a:p>
          <a:p>
            <a:r>
              <a:rPr lang="ro-RO" b="1" dirty="0" err="1"/>
              <a:t>Validation</a:t>
            </a:r>
            <a:r>
              <a:rPr lang="ro-RO" b="1" dirty="0"/>
              <a:t> F1-score:</a:t>
            </a:r>
            <a:r>
              <a:rPr lang="ro-RO" dirty="0"/>
              <a:t> </a:t>
            </a:r>
            <a:r>
              <a:rPr lang="ro-RO" b="1" dirty="0"/>
              <a:t>0.9186</a:t>
            </a:r>
            <a:endParaRPr lang="en-US" b="1" dirty="0"/>
          </a:p>
          <a:p>
            <a:r>
              <a:rPr lang="ro-RO" b="1" dirty="0" err="1"/>
              <a:t>Validation</a:t>
            </a:r>
            <a:r>
              <a:rPr lang="ro-RO" b="1" dirty="0"/>
              <a:t> </a:t>
            </a:r>
            <a:r>
              <a:rPr lang="ro-RO" b="1" dirty="0" err="1"/>
              <a:t>Loss</a:t>
            </a:r>
            <a:r>
              <a:rPr lang="ro-RO" b="1" dirty="0"/>
              <a:t>:</a:t>
            </a:r>
            <a:r>
              <a:rPr lang="ro-RO" dirty="0"/>
              <a:t> </a:t>
            </a:r>
            <a:r>
              <a:rPr lang="ro-RO" b="1" dirty="0"/>
              <a:t>0.4792</a:t>
            </a:r>
            <a:endParaRPr lang="en-US" b="1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7965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F525973-3C3C-AFE9-79A2-4CED5597F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-75585"/>
            <a:ext cx="9601200" cy="1142385"/>
          </a:xfrm>
        </p:spPr>
        <p:txBody>
          <a:bodyPr anchor="b">
            <a:normAutofit/>
          </a:bodyPr>
          <a:lstStyle/>
          <a:p>
            <a:r>
              <a:rPr lang="fr-FR" sz="2800" dirty="0"/>
              <a:t>6.1 </a:t>
            </a:r>
            <a:r>
              <a:rPr lang="fr-FR" sz="2800" dirty="0" err="1"/>
              <a:t>Rezultate</a:t>
            </a:r>
            <a:r>
              <a:rPr lang="fr-FR" sz="2800" dirty="0"/>
              <a:t> </a:t>
            </a:r>
            <a:r>
              <a:rPr lang="fr-FR" sz="2800" dirty="0" err="1"/>
              <a:t>pe</a:t>
            </a:r>
            <a:r>
              <a:rPr lang="fr-FR" sz="2800" dirty="0"/>
              <a:t> </a:t>
            </a:r>
            <a:r>
              <a:rPr lang="fr-FR" sz="2800" dirty="0" err="1"/>
              <a:t>setul</a:t>
            </a:r>
            <a:r>
              <a:rPr lang="fr-FR" sz="2800" dirty="0"/>
              <a:t> de test (Classification Report)</a:t>
            </a:r>
            <a:endParaRPr lang="ro-RO" sz="2800" dirty="0"/>
          </a:p>
        </p:txBody>
      </p:sp>
      <p:pic>
        <p:nvPicPr>
          <p:cNvPr id="5" name="Substituent conținut 4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F31117FA-4B70-AE0B-E71A-624EB95BF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8046" y="1508761"/>
            <a:ext cx="6753594" cy="43259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619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76EB-0CAC-6629-2647-7E235EE1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D51A97B-7540-E602-176C-32C002AA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-75585"/>
            <a:ext cx="9601200" cy="1142385"/>
          </a:xfrm>
        </p:spPr>
        <p:txBody>
          <a:bodyPr anchor="b">
            <a:normAutofit/>
          </a:bodyPr>
          <a:lstStyle/>
          <a:p>
            <a:r>
              <a:rPr lang="fr-FR" sz="2800" dirty="0"/>
              <a:t>6.2 </a:t>
            </a:r>
            <a:r>
              <a:rPr lang="ro-RO" sz="2800" dirty="0"/>
              <a:t>Evoluția </a:t>
            </a:r>
            <a:r>
              <a:rPr lang="ro-RO" sz="2800" dirty="0" err="1"/>
              <a:t>acurateții</a:t>
            </a:r>
            <a:r>
              <a:rPr lang="ro-RO" sz="2800" dirty="0"/>
              <a:t> (</a:t>
            </a:r>
            <a:r>
              <a:rPr lang="ro-RO" sz="2800" dirty="0" err="1"/>
              <a:t>Train</a:t>
            </a:r>
            <a:r>
              <a:rPr lang="ro-RO" sz="2800" dirty="0"/>
              <a:t> </a:t>
            </a:r>
            <a:r>
              <a:rPr lang="ro-RO" sz="2800" dirty="0" err="1"/>
              <a:t>vs</a:t>
            </a:r>
            <a:r>
              <a:rPr lang="ro-RO" sz="2800" dirty="0"/>
              <a:t> </a:t>
            </a:r>
            <a:r>
              <a:rPr lang="ro-RO" sz="2800" dirty="0" err="1"/>
              <a:t>Validation</a:t>
            </a:r>
            <a:r>
              <a:rPr lang="ro-RO" sz="2800" dirty="0"/>
              <a:t>)</a:t>
            </a:r>
          </a:p>
        </p:txBody>
      </p:sp>
      <p:pic>
        <p:nvPicPr>
          <p:cNvPr id="7" name="Substituent conținut 6" descr="O imagine care conține text, linie, Interval, diagramă&#10;&#10;Conținutul generat de inteligența artificială poate fi incorect.">
            <a:extLst>
              <a:ext uri="{FF2B5EF4-FFF2-40B4-BE49-F238E27FC236}">
                <a16:creationId xmlns:a16="http://schemas.microsoft.com/office/drawing/2014/main" id="{2D4DFD44-20D2-836D-80C3-32280D67C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26" b="2402"/>
          <a:stretch>
            <a:fillRect/>
          </a:stretch>
        </p:blipFill>
        <p:spPr>
          <a:xfrm>
            <a:off x="1450624" y="1520687"/>
            <a:ext cx="7480015" cy="4532243"/>
          </a:xfrm>
        </p:spPr>
      </p:pic>
    </p:spTree>
    <p:extLst>
      <p:ext uri="{BB962C8B-B14F-4D97-AF65-F5344CB8AC3E}">
        <p14:creationId xmlns:p14="http://schemas.microsoft.com/office/powerpoint/2010/main" val="151989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C844-5F7E-F550-7E14-C5EBFC27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F954311-75CC-AF09-D9FC-BF1BFDD9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-172515"/>
            <a:ext cx="9601200" cy="1142385"/>
          </a:xfrm>
        </p:spPr>
        <p:txBody>
          <a:bodyPr anchor="b">
            <a:normAutofit/>
          </a:bodyPr>
          <a:lstStyle/>
          <a:p>
            <a:r>
              <a:rPr lang="fr-FR" sz="2800" dirty="0"/>
              <a:t>6.3 </a:t>
            </a:r>
            <a:r>
              <a:rPr lang="ro-RO" sz="2800" dirty="0"/>
              <a:t>Evoluția funcției de pierdere (</a:t>
            </a:r>
            <a:r>
              <a:rPr lang="ro-RO" sz="2800" dirty="0" err="1"/>
              <a:t>Train</a:t>
            </a:r>
            <a:r>
              <a:rPr lang="ro-RO" sz="2800" dirty="0"/>
              <a:t> </a:t>
            </a:r>
            <a:r>
              <a:rPr lang="ro-RO" sz="2800" dirty="0" err="1"/>
              <a:t>vs</a:t>
            </a:r>
            <a:r>
              <a:rPr lang="ro-RO" sz="2800" dirty="0"/>
              <a:t> </a:t>
            </a:r>
            <a:r>
              <a:rPr lang="ro-RO" sz="2800" dirty="0" err="1"/>
              <a:t>Validation</a:t>
            </a:r>
            <a:r>
              <a:rPr lang="ro-RO" sz="2800" dirty="0"/>
              <a:t>)</a:t>
            </a:r>
          </a:p>
        </p:txBody>
      </p:sp>
      <p:pic>
        <p:nvPicPr>
          <p:cNvPr id="6" name="Imagine 5" descr="O imagine care conține Interval, linie, captură de ecran, diagramă&#10;&#10;Conținutul generat de inteligența artificială poate fi incorect.">
            <a:extLst>
              <a:ext uri="{FF2B5EF4-FFF2-40B4-BE49-F238E27FC236}">
                <a16:creationId xmlns:a16="http://schemas.microsoft.com/office/drawing/2014/main" id="{921C66C6-90E9-E0CB-A023-724615042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" t="1312" r="-518" b="2773"/>
          <a:stretch>
            <a:fillRect/>
          </a:stretch>
        </p:blipFill>
        <p:spPr>
          <a:xfrm>
            <a:off x="1554480" y="1252330"/>
            <a:ext cx="7559039" cy="45620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945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C1D-39E8-9A98-B358-F2A29376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2A839C4-7F5C-0033-6BD2-0FA845C8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506"/>
            <a:ext cx="9601200" cy="837372"/>
          </a:xfrm>
        </p:spPr>
        <p:txBody>
          <a:bodyPr anchor="b">
            <a:normAutofit/>
          </a:bodyPr>
          <a:lstStyle/>
          <a:p>
            <a:r>
              <a:rPr lang="fr-FR" sz="2800" dirty="0"/>
              <a:t>6.4</a:t>
            </a:r>
            <a:r>
              <a:rPr lang="ro-RO" sz="2800" dirty="0"/>
              <a:t> CONFUSION MATRIX</a:t>
            </a:r>
          </a:p>
        </p:txBody>
      </p:sp>
      <p:pic>
        <p:nvPicPr>
          <p:cNvPr id="4" name="Imagine 3" descr="O imagine care conține captură de ecran, diagramă, Dreptunghi, pătrat&#10;&#10;Conținutul generat de inteligența artificială poate fi incorect.">
            <a:extLst>
              <a:ext uri="{FF2B5EF4-FFF2-40B4-BE49-F238E27FC236}">
                <a16:creationId xmlns:a16="http://schemas.microsoft.com/office/drawing/2014/main" id="{D55CF39E-094C-D48C-CD37-AEE3B905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2" r="1000"/>
          <a:stretch>
            <a:fillRect/>
          </a:stretch>
        </p:blipFill>
        <p:spPr>
          <a:xfrm>
            <a:off x="2653748" y="793263"/>
            <a:ext cx="5824330" cy="527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59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3D70-9C6F-B3B6-0B8C-73A956F1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290EBD6-5334-18B1-A63E-1D8AEFCE9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-172515"/>
            <a:ext cx="9601200" cy="1142385"/>
          </a:xfrm>
        </p:spPr>
        <p:txBody>
          <a:bodyPr anchor="b">
            <a:normAutofit/>
          </a:bodyPr>
          <a:lstStyle/>
          <a:p>
            <a:r>
              <a:rPr lang="fr-FR" sz="2800" dirty="0"/>
              <a:t>6.4 </a:t>
            </a:r>
            <a:r>
              <a:rPr lang="ro-RO" sz="2800" dirty="0"/>
              <a:t>Exemple de predicții corecte</a:t>
            </a:r>
          </a:p>
        </p:txBody>
      </p:sp>
      <p:pic>
        <p:nvPicPr>
          <p:cNvPr id="4" name="Imagine 3" descr="O imagine care conține Chip de om, colaj, Fotomontaj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1CCBAEB5-AAFB-7A5B-37D1-B3DD0DDA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67" y="969870"/>
            <a:ext cx="9882066" cy="552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4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7F12-2DD3-6745-2654-757565D1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B999173-459A-D508-B477-92AA409D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-172515"/>
            <a:ext cx="9601200" cy="1142385"/>
          </a:xfrm>
        </p:spPr>
        <p:txBody>
          <a:bodyPr anchor="b">
            <a:normAutofit/>
          </a:bodyPr>
          <a:lstStyle/>
          <a:p>
            <a:r>
              <a:rPr lang="fr-FR" sz="2800" dirty="0"/>
              <a:t>6.4 </a:t>
            </a:r>
            <a:r>
              <a:rPr lang="ro-RO" sz="2800" dirty="0"/>
              <a:t>Exemple de predicții incorecte </a:t>
            </a:r>
          </a:p>
        </p:txBody>
      </p:sp>
      <p:pic>
        <p:nvPicPr>
          <p:cNvPr id="5" name="Imagine 4" descr="O imagine care conține Chip de om, colaj, zâmbet, persoană&#10;&#10;Conținutul generat de inteligența artificială poate fi incorect.">
            <a:extLst>
              <a:ext uri="{FF2B5EF4-FFF2-40B4-BE49-F238E27FC236}">
                <a16:creationId xmlns:a16="http://schemas.microsoft.com/office/drawing/2014/main" id="{00E642FD-7108-F245-631D-32011470C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81" y="969870"/>
            <a:ext cx="9116238" cy="568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6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CB74-F4C9-B7A9-4C98-48DCC5DD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D4B57D2-DF50-0BBC-2053-F5558A17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" y="-275366"/>
            <a:ext cx="9601200" cy="914593"/>
          </a:xfrm>
        </p:spPr>
        <p:txBody>
          <a:bodyPr rtlCol="0"/>
          <a:lstStyle/>
          <a:p>
            <a:r>
              <a:rPr lang="en-US" sz="2800" dirty="0"/>
              <a:t>7. </a:t>
            </a:r>
            <a:r>
              <a:rPr lang="ro-RO" sz="2800" dirty="0"/>
              <a:t>Limitări și observații</a:t>
            </a:r>
            <a:endParaRPr lang="en-US" sz="2800" dirty="0"/>
          </a:p>
        </p:txBody>
      </p:sp>
      <p:sp>
        <p:nvSpPr>
          <p:cNvPr id="6" name="Substituent conținut 3">
            <a:extLst>
              <a:ext uri="{FF2B5EF4-FFF2-40B4-BE49-F238E27FC236}">
                <a16:creationId xmlns:a16="http://schemas.microsoft.com/office/drawing/2014/main" id="{6B405D6C-BF66-A7B4-0F4F-821365663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379" y="1134367"/>
            <a:ext cx="10527163" cy="4589265"/>
          </a:xfrm>
        </p:spPr>
        <p:txBody>
          <a:bodyPr>
            <a:normAutofit/>
          </a:bodyPr>
          <a:lstStyle/>
          <a:p>
            <a:r>
              <a:rPr lang="ro-RO" sz="2400" dirty="0"/>
              <a:t>Clasificarea expresiilor faciale este afectată de </a:t>
            </a:r>
            <a:r>
              <a:rPr lang="ro-RO" sz="2400" b="1" dirty="0"/>
              <a:t>ambiguitatea expresiilor</a:t>
            </a:r>
            <a:r>
              <a:rPr lang="en-US" sz="2400" b="1" dirty="0"/>
              <a:t> </a:t>
            </a:r>
            <a:r>
              <a:rPr lang="sv-SE" sz="2400" dirty="0"/>
              <a:t>(ex. </a:t>
            </a:r>
            <a:r>
              <a:rPr lang="sv-SE" sz="2400" i="1" dirty="0"/>
              <a:t>neutral</a:t>
            </a:r>
            <a:r>
              <a:rPr lang="sv-SE" sz="2400" dirty="0"/>
              <a:t> vs </a:t>
            </a:r>
            <a:r>
              <a:rPr lang="sv-SE" sz="2400" i="1" dirty="0"/>
              <a:t>sad</a:t>
            </a:r>
            <a:r>
              <a:rPr lang="sv-SE" sz="2400" dirty="0"/>
              <a:t>, </a:t>
            </a:r>
            <a:r>
              <a:rPr lang="sv-SE" sz="2400" i="1" dirty="0"/>
              <a:t>disgust</a:t>
            </a:r>
            <a:r>
              <a:rPr lang="sv-SE" sz="2400" dirty="0"/>
              <a:t> vs </a:t>
            </a:r>
            <a:r>
              <a:rPr lang="sv-SE" sz="2400" i="1" dirty="0"/>
              <a:t>anger</a:t>
            </a:r>
            <a:r>
              <a:rPr lang="sv-SE" sz="2400" dirty="0"/>
              <a:t>).</a:t>
            </a:r>
          </a:p>
          <a:p>
            <a:r>
              <a:rPr lang="ro-RO" sz="2400" dirty="0" err="1"/>
              <a:t>Datasetul</a:t>
            </a:r>
            <a:r>
              <a:rPr lang="ro-RO" sz="2400" dirty="0"/>
              <a:t> conține imagini </a:t>
            </a:r>
            <a:r>
              <a:rPr lang="ro-RO" sz="2400" b="1" dirty="0"/>
              <a:t>în </a:t>
            </a:r>
            <a:r>
              <a:rPr lang="ro-RO" sz="2400" b="1" dirty="0" err="1"/>
              <a:t>grayscale</a:t>
            </a:r>
            <a:r>
              <a:rPr lang="ro-RO" sz="2400" b="1" dirty="0"/>
              <a:t> și rezoluție redusă (48×48)</a:t>
            </a:r>
            <a:r>
              <a:rPr lang="ro-RO" sz="2400" dirty="0"/>
              <a:t>, ceea ce limitează detaliile fine.</a:t>
            </a:r>
            <a:endParaRPr lang="en-US" sz="2400" dirty="0"/>
          </a:p>
          <a:p>
            <a:r>
              <a:rPr lang="ro-RO" sz="2400" dirty="0"/>
              <a:t>Unele expresii sunt </a:t>
            </a:r>
            <a:r>
              <a:rPr lang="ro-RO" sz="2400" b="1" dirty="0"/>
              <a:t>subtile sau mixte</a:t>
            </a:r>
            <a:r>
              <a:rPr lang="ro-RO" sz="2400" dirty="0"/>
              <a:t>, greu de delimitat chiar și pentru oameni.</a:t>
            </a:r>
            <a:endParaRPr lang="en-US" sz="2400" dirty="0"/>
          </a:p>
          <a:p>
            <a:r>
              <a:rPr lang="ro-RO" sz="2400" dirty="0"/>
              <a:t>Modelul nu utilizează </a:t>
            </a:r>
            <a:r>
              <a:rPr lang="ro-RO" sz="2400" b="1" dirty="0"/>
              <a:t>informație temporală</a:t>
            </a:r>
            <a:r>
              <a:rPr lang="ro-RO" sz="2400" dirty="0"/>
              <a:t> (imagini statice, fără context video).</a:t>
            </a:r>
            <a:endParaRPr lang="en-US" sz="2400" dirty="0"/>
          </a:p>
          <a:p>
            <a:r>
              <a:rPr lang="ro-RO" sz="2400" dirty="0"/>
              <a:t>Performanța poate fi influențată de </a:t>
            </a:r>
            <a:r>
              <a:rPr lang="ro-RO" sz="2400" b="1" dirty="0"/>
              <a:t>poziția capului, ocluziuni, iluminare</a:t>
            </a:r>
            <a:r>
              <a:rPr lang="ro-RO" dirty="0"/>
              <a:t>.</a:t>
            </a:r>
            <a:endParaRPr lang="en-US" b="1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742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506D-C1DD-EE69-795F-CF4165D1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35FD53B-0AFD-9301-EED1-D1461EEE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" y="-275366"/>
            <a:ext cx="9601200" cy="914593"/>
          </a:xfrm>
        </p:spPr>
        <p:txBody>
          <a:bodyPr rtlCol="0"/>
          <a:lstStyle/>
          <a:p>
            <a:r>
              <a:rPr lang="en-US" sz="2800" dirty="0"/>
              <a:t>8. </a:t>
            </a:r>
            <a:r>
              <a:rPr lang="ro-RO" sz="2800" dirty="0"/>
              <a:t>Concluzii și dezvoltări ulterioare</a:t>
            </a:r>
            <a:endParaRPr lang="en-US" sz="2800" dirty="0"/>
          </a:p>
        </p:txBody>
      </p:sp>
      <p:sp>
        <p:nvSpPr>
          <p:cNvPr id="6" name="Substituent conținut 3">
            <a:extLst>
              <a:ext uri="{FF2B5EF4-FFF2-40B4-BE49-F238E27FC236}">
                <a16:creationId xmlns:a16="http://schemas.microsoft.com/office/drawing/2014/main" id="{43907A55-2CEB-2B58-3217-7677CBB8B3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379" y="639226"/>
            <a:ext cx="10527163" cy="5808465"/>
          </a:xfrm>
        </p:spPr>
        <p:txBody>
          <a:bodyPr>
            <a:normAutofit/>
          </a:bodyPr>
          <a:lstStyle/>
          <a:p>
            <a:r>
              <a:rPr lang="ro-RO" sz="2400" dirty="0"/>
              <a:t>A fost implementat cu succes un model </a:t>
            </a:r>
            <a:r>
              <a:rPr lang="ro-RO" sz="2400" b="1" dirty="0"/>
              <a:t>Vision </a:t>
            </a:r>
            <a:r>
              <a:rPr lang="ro-RO" sz="2400" b="1" dirty="0" err="1"/>
              <a:t>Transformer</a:t>
            </a:r>
            <a:r>
              <a:rPr lang="ro-RO" sz="2400" dirty="0"/>
              <a:t> pentru recunoașterea expresiilor faciale.</a:t>
            </a:r>
            <a:endParaRPr lang="en-US" sz="2400" dirty="0"/>
          </a:p>
          <a:p>
            <a:r>
              <a:rPr lang="ro-RO" sz="2400" dirty="0"/>
              <a:t>Modelul atinge performanțe ridicate:</a:t>
            </a:r>
            <a:br>
              <a:rPr lang="ro-RO" sz="2400" dirty="0"/>
            </a:br>
            <a:r>
              <a:rPr lang="ro-RO" sz="2400" b="1" dirty="0" err="1"/>
              <a:t>Accuracy</a:t>
            </a:r>
            <a:r>
              <a:rPr lang="ro-RO" sz="2400" b="1" dirty="0"/>
              <a:t> ≈ 92%</a:t>
            </a:r>
            <a:r>
              <a:rPr lang="ro-RO" sz="2400" dirty="0"/>
              <a:t>, </a:t>
            </a:r>
            <a:r>
              <a:rPr lang="ro-RO" sz="2400" b="1" dirty="0"/>
              <a:t>F1-score ≈ 0.92</a:t>
            </a:r>
            <a:r>
              <a:rPr lang="ro-RO" sz="2400" dirty="0"/>
              <a:t> pe setul de validare/test</a:t>
            </a:r>
            <a:endParaRPr lang="en-US" sz="2400" dirty="0"/>
          </a:p>
          <a:p>
            <a:r>
              <a:rPr lang="ro-RO" sz="2400" dirty="0"/>
              <a:t>Arhitectura bazată pe self-</a:t>
            </a:r>
            <a:r>
              <a:rPr lang="ro-RO" sz="2400" dirty="0" err="1"/>
              <a:t>attention</a:t>
            </a:r>
            <a:r>
              <a:rPr lang="ro-RO" sz="2400" dirty="0"/>
              <a:t> permite captarea </a:t>
            </a:r>
            <a:r>
              <a:rPr lang="ro-RO" sz="2400" b="1" dirty="0"/>
              <a:t>dependențelor globale</a:t>
            </a:r>
            <a:r>
              <a:rPr lang="ro-RO" sz="2400" dirty="0"/>
              <a:t>, fără convoluții.</a:t>
            </a:r>
            <a:endParaRPr lang="en-US" sz="2400" dirty="0"/>
          </a:p>
          <a:p>
            <a:r>
              <a:rPr lang="it-IT" sz="2400" dirty="0"/>
              <a:t>Strategia de antrenare + fine-tuning a dus la </a:t>
            </a:r>
            <a:r>
              <a:rPr lang="it-IT" sz="2400" b="1" dirty="0"/>
              <a:t>îmbunătățiri consistente</a:t>
            </a:r>
            <a:r>
              <a:rPr lang="it-IT" sz="2400" dirty="0"/>
              <a:t> ale performanței.</a:t>
            </a:r>
          </a:p>
          <a:p>
            <a:r>
              <a:rPr lang="ro-RO" sz="2400" dirty="0"/>
              <a:t>Soluția este </a:t>
            </a:r>
            <a:r>
              <a:rPr lang="ro-RO" sz="2400" b="1" dirty="0"/>
              <a:t>scalabilă și adaptabilă</a:t>
            </a:r>
            <a:r>
              <a:rPr lang="ro-RO" sz="2400" dirty="0"/>
              <a:t> pentru alte aplicații de analiză facială.</a:t>
            </a:r>
            <a:endParaRPr lang="en-US" sz="2400" dirty="0"/>
          </a:p>
          <a:p>
            <a:r>
              <a:rPr lang="ro-RO" sz="2400" dirty="0"/>
              <a:t>Dezvoltări ulterioare</a:t>
            </a:r>
            <a:r>
              <a:rPr lang="en-US" sz="2400" dirty="0"/>
              <a:t>:</a:t>
            </a:r>
          </a:p>
          <a:p>
            <a:pPr lvl="1"/>
            <a:r>
              <a:rPr lang="ro-RO" sz="2200" dirty="0"/>
              <a:t>Utilizarea </a:t>
            </a:r>
            <a:r>
              <a:rPr lang="ro-RO" sz="2200" b="1" dirty="0"/>
              <a:t>datelor RGB</a:t>
            </a:r>
            <a:r>
              <a:rPr lang="ro-RO" sz="2200" dirty="0"/>
              <a:t> și a rezoluțiilor mai mari.</a:t>
            </a:r>
            <a:endParaRPr lang="en-US" sz="2200" dirty="0"/>
          </a:p>
          <a:p>
            <a:pPr lvl="1"/>
            <a:r>
              <a:rPr lang="ro-RO" sz="2400" dirty="0"/>
              <a:t>Aplicații practice:</a:t>
            </a:r>
            <a:r>
              <a:rPr lang="en-US" sz="2400" dirty="0"/>
              <a:t> </a:t>
            </a:r>
            <a:r>
              <a:rPr lang="ro-RO" sz="2400" i="1" dirty="0"/>
              <a:t>educație, sănătate, monitorizarea stării emoționale</a:t>
            </a:r>
            <a:r>
              <a:rPr lang="ro-RO" sz="24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0083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90F7-CCF3-61B0-3845-2A15AB19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C3B3FAD-5150-F1AB-57FE-6EB20304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969264"/>
            <a:ext cx="10498015" cy="2743200"/>
          </a:xfrm>
        </p:spPr>
        <p:txBody>
          <a:bodyPr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ro-RO" dirty="0"/>
              <a:t>Mulțumesc pentru atenție!</a:t>
            </a:r>
          </a:p>
        </p:txBody>
      </p:sp>
    </p:spTree>
    <p:extLst>
      <p:ext uri="{BB962C8B-B14F-4D97-AF65-F5344CB8AC3E}">
        <p14:creationId xmlns:p14="http://schemas.microsoft.com/office/powerpoint/2010/main" val="285624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rilă cu romburi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541_TF03031015" id="{C541F826-E32B-4FC6-96D3-D0ADC03C1651}" vid="{0BBE232A-307B-4272-AE03-A4CCA3398A97}"/>
    </a:ext>
  </a:extLst>
</a:theme>
</file>

<file path=ppt/theme/theme2.xml><?xml version="1.0" encoding="utf-8"?>
<a:theme xmlns:a="http://schemas.openxmlformats.org/drawingml/2006/main" name="Temă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E2CC379442A4D8483D9D7B1BA3E35" ma:contentTypeVersion="7" ma:contentTypeDescription="Creați un document nou." ma:contentTypeScope="" ma:versionID="133ecf7f7d3c9c88d521fd5e3e346a1f">
  <xsd:schema xmlns:xsd="http://www.w3.org/2001/XMLSchema" xmlns:xs="http://www.w3.org/2001/XMLSchema" xmlns:p="http://schemas.microsoft.com/office/2006/metadata/properties" xmlns:ns2="a1b380a0-b262-4a13-9203-497a21b8eee5" targetNamespace="http://schemas.microsoft.com/office/2006/metadata/properties" ma:root="true" ma:fieldsID="91ef1153624c55d6e228098c5669045d" ns2:_="">
    <xsd:import namespace="a1b380a0-b262-4a13-9203-497a21b8e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b380a0-b262-4a13-9203-497a21b8e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08FF3C-44B6-45F1-A12B-1C06927D04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AB4E35-3591-420B-907F-36B46A9C9147}">
  <ds:schemaRefs>
    <ds:schemaRef ds:uri="53a012cb-bcdd-4ab4-8bac-c6f924d72e87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58f7f754-7288-4486-8dbc-64719aab408d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854A51E-28D8-487C-A293-44E32E976C71}"/>
</file>

<file path=docProps/app.xml><?xml version="1.0" encoding="utf-8"?>
<Properties xmlns="http://schemas.openxmlformats.org/officeDocument/2006/extended-properties" xmlns:vt="http://schemas.openxmlformats.org/officeDocument/2006/docPropsVTypes">
  <Template>Prezentare grilă cu romburi pentru firmă (ecran lat)</Template>
  <TotalTime>186</TotalTime>
  <Words>974</Words>
  <Application>Microsoft Office PowerPoint</Application>
  <PresentationFormat>Ecran lat</PresentationFormat>
  <Paragraphs>171</Paragraphs>
  <Slides>23</Slides>
  <Notes>17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23</vt:i4>
      </vt:variant>
    </vt:vector>
  </HeadingPairs>
  <TitlesOfParts>
    <vt:vector size="26" baseType="lpstr">
      <vt:lpstr>Arial</vt:lpstr>
      <vt:lpstr>Cambria Math</vt:lpstr>
      <vt:lpstr>Grilă cu romburi 16x9</vt:lpstr>
      <vt:lpstr>Attention-Based Classification for Facial Expressions</vt:lpstr>
      <vt:lpstr>Structura prezentării</vt:lpstr>
      <vt:lpstr>1.Introducere</vt:lpstr>
      <vt:lpstr>2. Motivație</vt:lpstr>
      <vt:lpstr>3. Dataset și explorarea datelor   3.1 Dataset(FER2025)</vt:lpstr>
      <vt:lpstr>3.2 Organizarea și împărțirea datelor</vt:lpstr>
      <vt:lpstr>3.2 Preprocesare și augmentări de date</vt:lpstr>
      <vt:lpstr>3.4 Compararea imaginilor înainte și după augmentări</vt:lpstr>
      <vt:lpstr>4. Arhitectura Vision Transformer    4.1 Prezentare generală ViT</vt:lpstr>
      <vt:lpstr>4.1 Patch Embedding &amp; Positional Encoding </vt:lpstr>
      <vt:lpstr>4.2 Transformer Encoder </vt:lpstr>
      <vt:lpstr>4.3 Clasificare </vt:lpstr>
      <vt:lpstr>5. Setări de antrenare &amp; strategie de învățare</vt:lpstr>
      <vt:lpstr>6. Rezultate experimentale</vt:lpstr>
      <vt:lpstr>6.1 Rezultate pe setul de test (Classification Report)</vt:lpstr>
      <vt:lpstr>6.2 Evoluția acurateții (Train vs Validation)</vt:lpstr>
      <vt:lpstr>6.3 Evoluția funcției de pierdere (Train vs Validation)</vt:lpstr>
      <vt:lpstr>6.4 CONFUSION MATRIX</vt:lpstr>
      <vt:lpstr>6.4 Exemple de predicții corecte</vt:lpstr>
      <vt:lpstr>6.4 Exemple de predicții incorecte </vt:lpstr>
      <vt:lpstr>7. Limitări și observații</vt:lpstr>
      <vt:lpstr>8. Concluzii și dezvoltări ulterioare</vt:lpstr>
      <vt:lpstr>Mulțumesc pentru atenție!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Oana Elena Ilies</dc:creator>
  <cp:lastModifiedBy>Oana Elena Ilies</cp:lastModifiedBy>
  <cp:revision>2</cp:revision>
  <dcterms:created xsi:type="dcterms:W3CDTF">2025-12-15T08:42:21Z</dcterms:created>
  <dcterms:modified xsi:type="dcterms:W3CDTF">2026-01-19T12:55:03Z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0x010100E4DE2CC379442A4D8483D9D7B1BA3E35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MSIP_Label_5b58b62f-6f94-46bd-8089-18e64b0a9abb_Enabled">
    <vt:lpwstr>true</vt:lpwstr>
  </property>
  <property fmtid="{D5CDD505-2E9C-101B-9397-08002B2CF9AE}" pid="9" name="MSIP_Label_5b58b62f-6f94-46bd-8089-18e64b0a9abb_SetDate">
    <vt:lpwstr>2025-12-15T11:24:05Z</vt:lpwstr>
  </property>
  <property fmtid="{D5CDD505-2E9C-101B-9397-08002B2CF9AE}" pid="10" name="MSIP_Label_5b58b62f-6f94-46bd-8089-18e64b0a9abb_Method">
    <vt:lpwstr>Standard</vt:lpwstr>
  </property>
  <property fmtid="{D5CDD505-2E9C-101B-9397-08002B2CF9AE}" pid="11" name="MSIP_Label_5b58b62f-6f94-46bd-8089-18e64b0a9abb_Name">
    <vt:lpwstr>defa4170-0d19-0005-0004-bc88714345d2</vt:lpwstr>
  </property>
  <property fmtid="{D5CDD505-2E9C-101B-9397-08002B2CF9AE}" pid="12" name="MSIP_Label_5b58b62f-6f94-46bd-8089-18e64b0a9abb_SiteId">
    <vt:lpwstr>a6eb79fa-c4a9-4cce-818d-b85274d15305</vt:lpwstr>
  </property>
  <property fmtid="{D5CDD505-2E9C-101B-9397-08002B2CF9AE}" pid="13" name="MSIP_Label_5b58b62f-6f94-46bd-8089-18e64b0a9abb_ActionId">
    <vt:lpwstr>d16db3c3-c45c-4dd5-94b5-d390524e33a5</vt:lpwstr>
  </property>
  <property fmtid="{D5CDD505-2E9C-101B-9397-08002B2CF9AE}" pid="14" name="MSIP_Label_5b58b62f-6f94-46bd-8089-18e64b0a9abb_ContentBits">
    <vt:lpwstr>0</vt:lpwstr>
  </property>
  <property fmtid="{D5CDD505-2E9C-101B-9397-08002B2CF9AE}" pid="15" name="MSIP_Label_5b58b62f-6f94-46bd-8089-18e64b0a9abb_Tag">
    <vt:lpwstr>10, 3, 0, 1</vt:lpwstr>
  </property>
</Properties>
</file>